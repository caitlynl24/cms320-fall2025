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8" r:id="rId1"/>
  </p:sldMasterIdLst>
  <p:notesMasterIdLst>
    <p:notesMasterId r:id="rId14"/>
  </p:notesMasterIdLst>
  <p:sldIdLst>
    <p:sldId id="256" r:id="rId2"/>
    <p:sldId id="263" r:id="rId3"/>
    <p:sldId id="260" r:id="rId4"/>
    <p:sldId id="262" r:id="rId5"/>
    <p:sldId id="264" r:id="rId6"/>
    <p:sldId id="257" r:id="rId7"/>
    <p:sldId id="291" r:id="rId8"/>
    <p:sldId id="292" r:id="rId9"/>
    <p:sldId id="258" r:id="rId10"/>
    <p:sldId id="265" r:id="rId11"/>
    <p:sldId id="282" r:id="rId12"/>
    <p:sldId id="290" r:id="rId13"/>
  </p:sldIdLst>
  <p:sldSz cx="9144000" cy="5143500" type="screen16x9"/>
  <p:notesSz cx="6858000" cy="9144000"/>
  <p:embeddedFontLst>
    <p:embeddedFont>
      <p:font typeface="Alegreya Sans" panose="020B0604020202020204" charset="0"/>
      <p:regular r:id="rId15"/>
      <p:bold r:id="rId16"/>
      <p:italic r:id="rId17"/>
      <p:boldItalic r:id="rId18"/>
    </p:embeddedFont>
    <p:embeddedFont>
      <p:font typeface="Anaheim" panose="020B0604020202020204" charset="0"/>
      <p:regular r:id="rId19"/>
      <p:bold r:id="rId20"/>
    </p:embeddedFont>
    <p:embeddedFont>
      <p:font typeface="Style Script" panose="020B0604020202020204" charset="0"/>
      <p:regular r:id="rId2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3E52974-70C3-484F-A9E9-6D793DD792E0}" v="15" dt="2025-10-14T19:09:58.238"/>
    <p1510:client id="{8990EC3F-907D-80D6-6D75-877EF3BADA28}" v="29" dt="2025-10-15T15:06:11.351"/>
  </p1510:revLst>
</p1510:revInfo>
</file>

<file path=ppt/tableStyles.xml><?xml version="1.0" encoding="utf-8"?>
<a:tblStyleLst xmlns:a="http://schemas.openxmlformats.org/drawingml/2006/main" def="{7B2CEC7E-8554-487B-AB28-BD795B6311EA}">
  <a:tblStyle styleId="{7B2CEC7E-8554-487B-AB28-BD795B6311EA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91F9615D-9FB6-4453-8502-EA127A9CC6A7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26" Type="http://schemas.microsoft.com/office/2016/11/relationships/changesInfo" Target="changesInfos/changesInfo1.xml"/><Relationship Id="rId3" Type="http://schemas.openxmlformats.org/officeDocument/2006/relationships/slide" Target="slides/slide2.xml"/><Relationship Id="rId21" Type="http://schemas.openxmlformats.org/officeDocument/2006/relationships/font" Target="fonts/font7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7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aitlyn Lefebvre" userId="8c5197c8b1eab328" providerId="LiveId" clId="{E9EC0AD7-0E0A-41D3-9DC6-B6AA2E054CAD}"/>
    <pc:docChg chg="undo custSel delSld modSld sldOrd delMainMaster">
      <pc:chgData name="Caitlyn Lefebvre" userId="8c5197c8b1eab328" providerId="LiveId" clId="{E9EC0AD7-0E0A-41D3-9DC6-B6AA2E054CAD}" dt="2025-10-15T11:57:35.092" v="3224" actId="20577"/>
      <pc:docMkLst>
        <pc:docMk/>
      </pc:docMkLst>
      <pc:sldChg chg="modSp mod">
        <pc:chgData name="Caitlyn Lefebvre" userId="8c5197c8b1eab328" providerId="LiveId" clId="{E9EC0AD7-0E0A-41D3-9DC6-B6AA2E054CAD}" dt="2025-10-14T18:23:46.482" v="118" actId="20577"/>
        <pc:sldMkLst>
          <pc:docMk/>
          <pc:sldMk cId="0" sldId="256"/>
        </pc:sldMkLst>
        <pc:spChg chg="mod">
          <ac:chgData name="Caitlyn Lefebvre" userId="8c5197c8b1eab328" providerId="LiveId" clId="{E9EC0AD7-0E0A-41D3-9DC6-B6AA2E054CAD}" dt="2025-10-14T18:23:30.107" v="44" actId="20577"/>
          <ac:spMkLst>
            <pc:docMk/>
            <pc:sldMk cId="0" sldId="256"/>
            <ac:spMk id="299" creationId="{00000000-0000-0000-0000-000000000000}"/>
          </ac:spMkLst>
        </pc:spChg>
        <pc:spChg chg="mod">
          <ac:chgData name="Caitlyn Lefebvre" userId="8c5197c8b1eab328" providerId="LiveId" clId="{E9EC0AD7-0E0A-41D3-9DC6-B6AA2E054CAD}" dt="2025-10-14T18:23:46.482" v="118" actId="20577"/>
          <ac:spMkLst>
            <pc:docMk/>
            <pc:sldMk cId="0" sldId="256"/>
            <ac:spMk id="300" creationId="{00000000-0000-0000-0000-000000000000}"/>
          </ac:spMkLst>
        </pc:spChg>
      </pc:sldChg>
      <pc:sldChg chg="addSp delSp modSp mod ord">
        <pc:chgData name="Caitlyn Lefebvre" userId="8c5197c8b1eab328" providerId="LiveId" clId="{E9EC0AD7-0E0A-41D3-9DC6-B6AA2E054CAD}" dt="2025-10-14T19:03:56.618" v="2877"/>
        <pc:sldMkLst>
          <pc:docMk/>
          <pc:sldMk cId="0" sldId="257"/>
        </pc:sldMkLst>
        <pc:spChg chg="add del mod">
          <ac:chgData name="Caitlyn Lefebvre" userId="8c5197c8b1eab328" providerId="LiveId" clId="{E9EC0AD7-0E0A-41D3-9DC6-B6AA2E054CAD}" dt="2025-10-14T19:03:16.827" v="2872" actId="21"/>
          <ac:spMkLst>
            <pc:docMk/>
            <pc:sldMk cId="0" sldId="257"/>
            <ac:spMk id="3" creationId="{9FAD9D20-443F-C5C4-136E-219ADDD468CA}"/>
          </ac:spMkLst>
        </pc:spChg>
        <pc:spChg chg="mod">
          <ac:chgData name="Caitlyn Lefebvre" userId="8c5197c8b1eab328" providerId="LiveId" clId="{E9EC0AD7-0E0A-41D3-9DC6-B6AA2E054CAD}" dt="2025-10-14T19:03:10.061" v="2870" actId="20577"/>
          <ac:spMkLst>
            <pc:docMk/>
            <pc:sldMk cId="0" sldId="257"/>
            <ac:spMk id="315" creationId="{00000000-0000-0000-0000-000000000000}"/>
          </ac:spMkLst>
        </pc:spChg>
        <pc:spChg chg="del">
          <ac:chgData name="Caitlyn Lefebvre" userId="8c5197c8b1eab328" providerId="LiveId" clId="{E9EC0AD7-0E0A-41D3-9DC6-B6AA2E054CAD}" dt="2025-10-14T19:03:14.105" v="2871" actId="21"/>
          <ac:spMkLst>
            <pc:docMk/>
            <pc:sldMk cId="0" sldId="257"/>
            <ac:spMk id="316" creationId="{00000000-0000-0000-0000-000000000000}"/>
          </ac:spMkLst>
        </pc:spChg>
        <pc:spChg chg="del">
          <ac:chgData name="Caitlyn Lefebvre" userId="8c5197c8b1eab328" providerId="LiveId" clId="{E9EC0AD7-0E0A-41D3-9DC6-B6AA2E054CAD}" dt="2025-10-14T19:03:24.834" v="2874" actId="21"/>
          <ac:spMkLst>
            <pc:docMk/>
            <pc:sldMk cId="0" sldId="257"/>
            <ac:spMk id="318" creationId="{00000000-0000-0000-0000-000000000000}"/>
          </ac:spMkLst>
        </pc:spChg>
        <pc:spChg chg="del">
          <ac:chgData name="Caitlyn Lefebvre" userId="8c5197c8b1eab328" providerId="LiveId" clId="{E9EC0AD7-0E0A-41D3-9DC6-B6AA2E054CAD}" dt="2025-10-14T19:03:28.351" v="2875" actId="21"/>
          <ac:spMkLst>
            <pc:docMk/>
            <pc:sldMk cId="0" sldId="257"/>
            <ac:spMk id="319" creationId="{00000000-0000-0000-0000-000000000000}"/>
          </ac:spMkLst>
        </pc:spChg>
        <pc:graphicFrameChg chg="del">
          <ac:chgData name="Caitlyn Lefebvre" userId="8c5197c8b1eab328" providerId="LiveId" clId="{E9EC0AD7-0E0A-41D3-9DC6-B6AA2E054CAD}" dt="2025-10-14T19:03:20.333" v="2873" actId="21"/>
          <ac:graphicFrameMkLst>
            <pc:docMk/>
            <pc:sldMk cId="0" sldId="257"/>
            <ac:graphicFrameMk id="317" creationId="{00000000-0000-0000-0000-000000000000}"/>
          </ac:graphicFrameMkLst>
        </pc:graphicFrameChg>
      </pc:sldChg>
      <pc:sldChg chg="addSp delSp modSp mod ord modNotes">
        <pc:chgData name="Caitlyn Lefebvre" userId="8c5197c8b1eab328" providerId="LiveId" clId="{E9EC0AD7-0E0A-41D3-9DC6-B6AA2E054CAD}" dt="2025-10-15T11:57:35.092" v="3224" actId="20577"/>
        <pc:sldMkLst>
          <pc:docMk/>
          <pc:sldMk cId="0" sldId="258"/>
        </pc:sldMkLst>
        <pc:spChg chg="add del mod">
          <ac:chgData name="Caitlyn Lefebvre" userId="8c5197c8b1eab328" providerId="LiveId" clId="{E9EC0AD7-0E0A-41D3-9DC6-B6AA2E054CAD}" dt="2025-10-14T18:45:08.064" v="1204" actId="21"/>
          <ac:spMkLst>
            <pc:docMk/>
            <pc:sldMk cId="0" sldId="258"/>
            <ac:spMk id="3" creationId="{D49DD3C8-8ADA-69A4-A190-2C89840B1675}"/>
          </ac:spMkLst>
        </pc:spChg>
        <pc:spChg chg="add del mod">
          <ac:chgData name="Caitlyn Lefebvre" userId="8c5197c8b1eab328" providerId="LiveId" clId="{E9EC0AD7-0E0A-41D3-9DC6-B6AA2E054CAD}" dt="2025-10-14T18:45:36.548" v="1303" actId="21"/>
          <ac:spMkLst>
            <pc:docMk/>
            <pc:sldMk cId="0" sldId="258"/>
            <ac:spMk id="5" creationId="{8CCFD8A2-5422-0E63-E795-09AB67512FCC}"/>
          </ac:spMkLst>
        </pc:spChg>
        <pc:spChg chg="add del mod">
          <ac:chgData name="Caitlyn Lefebvre" userId="8c5197c8b1eab328" providerId="LiveId" clId="{E9EC0AD7-0E0A-41D3-9DC6-B6AA2E054CAD}" dt="2025-10-14T18:46:05.602" v="1391" actId="21"/>
          <ac:spMkLst>
            <pc:docMk/>
            <pc:sldMk cId="0" sldId="258"/>
            <ac:spMk id="7" creationId="{F7E01DDF-7F57-8D69-D052-272B3F9716DB}"/>
          </ac:spMkLst>
        </pc:spChg>
        <pc:spChg chg="add del mod">
          <ac:chgData name="Caitlyn Lefebvre" userId="8c5197c8b1eab328" providerId="LiveId" clId="{E9EC0AD7-0E0A-41D3-9DC6-B6AA2E054CAD}" dt="2025-10-14T18:46:44.392" v="1516" actId="21"/>
          <ac:spMkLst>
            <pc:docMk/>
            <pc:sldMk cId="0" sldId="258"/>
            <ac:spMk id="9" creationId="{95B0CCA4-AA75-118B-0816-1CC6E929C908}"/>
          </ac:spMkLst>
        </pc:spChg>
        <pc:spChg chg="mod">
          <ac:chgData name="Caitlyn Lefebvre" userId="8c5197c8b1eab328" providerId="LiveId" clId="{E9EC0AD7-0E0A-41D3-9DC6-B6AA2E054CAD}" dt="2025-10-14T18:44:23.944" v="1200" actId="20577"/>
          <ac:spMkLst>
            <pc:docMk/>
            <pc:sldMk cId="0" sldId="258"/>
            <ac:spMk id="329" creationId="{00000000-0000-0000-0000-000000000000}"/>
          </ac:spMkLst>
        </pc:spChg>
        <pc:spChg chg="mod">
          <ac:chgData name="Caitlyn Lefebvre" userId="8c5197c8b1eab328" providerId="LiveId" clId="{E9EC0AD7-0E0A-41D3-9DC6-B6AA2E054CAD}" dt="2025-10-15T11:57:35.092" v="3224" actId="20577"/>
          <ac:spMkLst>
            <pc:docMk/>
            <pc:sldMk cId="0" sldId="258"/>
            <ac:spMk id="330" creationId="{00000000-0000-0000-0000-000000000000}"/>
          </ac:spMkLst>
        </pc:spChg>
        <pc:spChg chg="mod">
          <ac:chgData name="Caitlyn Lefebvre" userId="8c5197c8b1eab328" providerId="LiveId" clId="{E9EC0AD7-0E0A-41D3-9DC6-B6AA2E054CAD}" dt="2025-10-14T18:45:25.014" v="1301" actId="20577"/>
          <ac:spMkLst>
            <pc:docMk/>
            <pc:sldMk cId="0" sldId="258"/>
            <ac:spMk id="331" creationId="{00000000-0000-0000-0000-000000000000}"/>
          </ac:spMkLst>
        </pc:spChg>
        <pc:spChg chg="mod">
          <ac:chgData name="Caitlyn Lefebvre" userId="8c5197c8b1eab328" providerId="LiveId" clId="{E9EC0AD7-0E0A-41D3-9DC6-B6AA2E054CAD}" dt="2025-10-14T18:45:57.319" v="1389" actId="14100"/>
          <ac:spMkLst>
            <pc:docMk/>
            <pc:sldMk cId="0" sldId="258"/>
            <ac:spMk id="332" creationId="{00000000-0000-0000-0000-000000000000}"/>
          </ac:spMkLst>
        </pc:spChg>
        <pc:spChg chg="mod">
          <ac:chgData name="Caitlyn Lefebvre" userId="8c5197c8b1eab328" providerId="LiveId" clId="{E9EC0AD7-0E0A-41D3-9DC6-B6AA2E054CAD}" dt="2025-10-15T11:57:25.348" v="3223" actId="20577"/>
          <ac:spMkLst>
            <pc:docMk/>
            <pc:sldMk cId="0" sldId="258"/>
            <ac:spMk id="333" creationId="{00000000-0000-0000-0000-000000000000}"/>
          </ac:spMkLst>
        </pc:spChg>
        <pc:spChg chg="del mod">
          <ac:chgData name="Caitlyn Lefebvre" userId="8c5197c8b1eab328" providerId="LiveId" clId="{E9EC0AD7-0E0A-41D3-9DC6-B6AA2E054CAD}" dt="2025-10-14T18:44:32.403" v="1203" actId="21"/>
          <ac:spMkLst>
            <pc:docMk/>
            <pc:sldMk cId="0" sldId="258"/>
            <ac:spMk id="338" creationId="{00000000-0000-0000-0000-000000000000}"/>
          </ac:spMkLst>
        </pc:spChg>
        <pc:spChg chg="del">
          <ac:chgData name="Caitlyn Lefebvre" userId="8c5197c8b1eab328" providerId="LiveId" clId="{E9EC0AD7-0E0A-41D3-9DC6-B6AA2E054CAD}" dt="2025-10-14T18:45:33.067" v="1302" actId="21"/>
          <ac:spMkLst>
            <pc:docMk/>
            <pc:sldMk cId="0" sldId="258"/>
            <ac:spMk id="339" creationId="{00000000-0000-0000-0000-000000000000}"/>
          </ac:spMkLst>
        </pc:spChg>
        <pc:spChg chg="del">
          <ac:chgData name="Caitlyn Lefebvre" userId="8c5197c8b1eab328" providerId="LiveId" clId="{E9EC0AD7-0E0A-41D3-9DC6-B6AA2E054CAD}" dt="2025-10-14T18:46:02.003" v="1390" actId="21"/>
          <ac:spMkLst>
            <pc:docMk/>
            <pc:sldMk cId="0" sldId="258"/>
            <ac:spMk id="340" creationId="{00000000-0000-0000-0000-000000000000}"/>
          </ac:spMkLst>
        </pc:spChg>
        <pc:spChg chg="del">
          <ac:chgData name="Caitlyn Lefebvre" userId="8c5197c8b1eab328" providerId="LiveId" clId="{E9EC0AD7-0E0A-41D3-9DC6-B6AA2E054CAD}" dt="2025-10-14T18:46:38.682" v="1515" actId="21"/>
          <ac:spMkLst>
            <pc:docMk/>
            <pc:sldMk cId="0" sldId="258"/>
            <ac:spMk id="341" creationId="{00000000-0000-0000-0000-000000000000}"/>
          </ac:spMkLst>
        </pc:spChg>
      </pc:sldChg>
      <pc:sldChg chg="del">
        <pc:chgData name="Caitlyn Lefebvre" userId="8c5197c8b1eab328" providerId="LiveId" clId="{E9EC0AD7-0E0A-41D3-9DC6-B6AA2E054CAD}" dt="2025-10-14T19:12:15.684" v="3162" actId="2696"/>
        <pc:sldMkLst>
          <pc:docMk/>
          <pc:sldMk cId="0" sldId="259"/>
        </pc:sldMkLst>
      </pc:sldChg>
      <pc:sldChg chg="modSp mod ord modNotes">
        <pc:chgData name="Caitlyn Lefebvre" userId="8c5197c8b1eab328" providerId="LiveId" clId="{E9EC0AD7-0E0A-41D3-9DC6-B6AA2E054CAD}" dt="2025-10-14T18:36:03.071" v="960" actId="20577"/>
        <pc:sldMkLst>
          <pc:docMk/>
          <pc:sldMk cId="0" sldId="260"/>
        </pc:sldMkLst>
        <pc:spChg chg="mod">
          <ac:chgData name="Caitlyn Lefebvre" userId="8c5197c8b1eab328" providerId="LiveId" clId="{E9EC0AD7-0E0A-41D3-9DC6-B6AA2E054CAD}" dt="2025-10-14T18:34:15.159" v="739" actId="14100"/>
          <ac:spMkLst>
            <pc:docMk/>
            <pc:sldMk cId="0" sldId="260"/>
            <ac:spMk id="370" creationId="{00000000-0000-0000-0000-000000000000}"/>
          </ac:spMkLst>
        </pc:spChg>
        <pc:spChg chg="mod">
          <ac:chgData name="Caitlyn Lefebvre" userId="8c5197c8b1eab328" providerId="LiveId" clId="{E9EC0AD7-0E0A-41D3-9DC6-B6AA2E054CAD}" dt="2025-10-14T18:36:03.071" v="960" actId="20577"/>
          <ac:spMkLst>
            <pc:docMk/>
            <pc:sldMk cId="0" sldId="260"/>
            <ac:spMk id="371" creationId="{00000000-0000-0000-0000-000000000000}"/>
          </ac:spMkLst>
        </pc:spChg>
      </pc:sldChg>
      <pc:sldChg chg="del">
        <pc:chgData name="Caitlyn Lefebvre" userId="8c5197c8b1eab328" providerId="LiveId" clId="{E9EC0AD7-0E0A-41D3-9DC6-B6AA2E054CAD}" dt="2025-10-14T19:12:18.909" v="3163" actId="2696"/>
        <pc:sldMkLst>
          <pc:docMk/>
          <pc:sldMk cId="0" sldId="261"/>
        </pc:sldMkLst>
      </pc:sldChg>
      <pc:sldChg chg="addSp delSp modSp mod ord modNotes">
        <pc:chgData name="Caitlyn Lefebvre" userId="8c5197c8b1eab328" providerId="LiveId" clId="{E9EC0AD7-0E0A-41D3-9DC6-B6AA2E054CAD}" dt="2025-10-14T19:15:00.312" v="3208" actId="732"/>
        <pc:sldMkLst>
          <pc:docMk/>
          <pc:sldMk cId="0" sldId="262"/>
        </pc:sldMkLst>
        <pc:spChg chg="add del mod">
          <ac:chgData name="Caitlyn Lefebvre" userId="8c5197c8b1eab328" providerId="LiveId" clId="{E9EC0AD7-0E0A-41D3-9DC6-B6AA2E054CAD}" dt="2025-10-14T18:37:27.047" v="1006" actId="21"/>
          <ac:spMkLst>
            <pc:docMk/>
            <pc:sldMk cId="0" sldId="262"/>
            <ac:spMk id="3" creationId="{E96BE86F-C13D-E68C-0CAD-B7C5E055E6CB}"/>
          </ac:spMkLst>
        </pc:spChg>
        <pc:spChg chg="add del">
          <ac:chgData name="Caitlyn Lefebvre" userId="8c5197c8b1eab328" providerId="LiveId" clId="{E9EC0AD7-0E0A-41D3-9DC6-B6AA2E054CAD}" dt="2025-10-14T18:40:34.564" v="1148" actId="478"/>
          <ac:spMkLst>
            <pc:docMk/>
            <pc:sldMk cId="0" sldId="262"/>
            <ac:spMk id="4" creationId="{8F20A5ED-81B2-8D55-9F7C-6EF52FF2A038}"/>
          </ac:spMkLst>
        </pc:spChg>
        <pc:spChg chg="add del">
          <ac:chgData name="Caitlyn Lefebvre" userId="8c5197c8b1eab328" providerId="LiveId" clId="{E9EC0AD7-0E0A-41D3-9DC6-B6AA2E054CAD}" dt="2025-10-14T18:41:03.416" v="1150" actId="478"/>
          <ac:spMkLst>
            <pc:docMk/>
            <pc:sldMk cId="0" sldId="262"/>
            <ac:spMk id="5" creationId="{423D9D90-7FE2-AFB8-B7D0-6A528444BE40}"/>
          </ac:spMkLst>
        </pc:spChg>
        <pc:spChg chg="mod">
          <ac:chgData name="Caitlyn Lefebvre" userId="8c5197c8b1eab328" providerId="LiveId" clId="{E9EC0AD7-0E0A-41D3-9DC6-B6AA2E054CAD}" dt="2025-10-14T18:37:03.267" v="1004" actId="20577"/>
          <ac:spMkLst>
            <pc:docMk/>
            <pc:sldMk cId="0" sldId="262"/>
            <ac:spMk id="391" creationId="{00000000-0000-0000-0000-000000000000}"/>
          </ac:spMkLst>
        </pc:spChg>
        <pc:spChg chg="del">
          <ac:chgData name="Caitlyn Lefebvre" userId="8c5197c8b1eab328" providerId="LiveId" clId="{E9EC0AD7-0E0A-41D3-9DC6-B6AA2E054CAD}" dt="2025-10-14T18:37:24.132" v="1005" actId="21"/>
          <ac:spMkLst>
            <pc:docMk/>
            <pc:sldMk cId="0" sldId="262"/>
            <ac:spMk id="392" creationId="{00000000-0000-0000-0000-000000000000}"/>
          </ac:spMkLst>
        </pc:spChg>
        <pc:spChg chg="mod">
          <ac:chgData name="Caitlyn Lefebvre" userId="8c5197c8b1eab328" providerId="LiveId" clId="{E9EC0AD7-0E0A-41D3-9DC6-B6AA2E054CAD}" dt="2025-10-14T18:40:02.457" v="1146" actId="20577"/>
          <ac:spMkLst>
            <pc:docMk/>
            <pc:sldMk cId="0" sldId="262"/>
            <ac:spMk id="393" creationId="{00000000-0000-0000-0000-000000000000}"/>
          </ac:spMkLst>
        </pc:spChg>
        <pc:picChg chg="add mod modCrop">
          <ac:chgData name="Caitlyn Lefebvre" userId="8c5197c8b1eab328" providerId="LiveId" clId="{E9EC0AD7-0E0A-41D3-9DC6-B6AA2E054CAD}" dt="2025-10-14T19:15:00.312" v="3208" actId="732"/>
          <ac:picMkLst>
            <pc:docMk/>
            <pc:sldMk cId="0" sldId="262"/>
            <ac:picMk id="7" creationId="{0F60FC49-B77F-7C53-82DE-59A6CB0587C3}"/>
          </ac:picMkLst>
        </pc:picChg>
        <pc:picChg chg="add mod">
          <ac:chgData name="Caitlyn Lefebvre" userId="8c5197c8b1eab328" providerId="LiveId" clId="{E9EC0AD7-0E0A-41D3-9DC6-B6AA2E054CAD}" dt="2025-10-14T18:42:46.895" v="1164" actId="1076"/>
          <ac:picMkLst>
            <pc:docMk/>
            <pc:sldMk cId="0" sldId="262"/>
            <ac:picMk id="9" creationId="{6332AB61-EBE2-0B5D-F07D-6676826EAF26}"/>
          </ac:picMkLst>
        </pc:picChg>
      </pc:sldChg>
      <pc:sldChg chg="modSp mod ord modNotes">
        <pc:chgData name="Caitlyn Lefebvre" userId="8c5197c8b1eab328" providerId="LiveId" clId="{E9EC0AD7-0E0A-41D3-9DC6-B6AA2E054CAD}" dt="2025-10-15T11:55:35.644" v="3214" actId="20577"/>
        <pc:sldMkLst>
          <pc:docMk/>
          <pc:sldMk cId="0" sldId="263"/>
        </pc:sldMkLst>
        <pc:spChg chg="mod">
          <ac:chgData name="Caitlyn Lefebvre" userId="8c5197c8b1eab328" providerId="LiveId" clId="{E9EC0AD7-0E0A-41D3-9DC6-B6AA2E054CAD}" dt="2025-10-14T18:26:26.161" v="170" actId="14100"/>
          <ac:spMkLst>
            <pc:docMk/>
            <pc:sldMk cId="0" sldId="263"/>
            <ac:spMk id="404" creationId="{00000000-0000-0000-0000-000000000000}"/>
          </ac:spMkLst>
        </pc:spChg>
        <pc:spChg chg="mod">
          <ac:chgData name="Caitlyn Lefebvre" userId="8c5197c8b1eab328" providerId="LiveId" clId="{E9EC0AD7-0E0A-41D3-9DC6-B6AA2E054CAD}" dt="2025-10-15T11:55:35.644" v="3214" actId="20577"/>
          <ac:spMkLst>
            <pc:docMk/>
            <pc:sldMk cId="0" sldId="263"/>
            <ac:spMk id="405" creationId="{00000000-0000-0000-0000-000000000000}"/>
          </ac:spMkLst>
        </pc:spChg>
      </pc:sldChg>
      <pc:sldChg chg="addSp delSp modSp mod ord modNotes">
        <pc:chgData name="Caitlyn Lefebvre" userId="8c5197c8b1eab328" providerId="LiveId" clId="{E9EC0AD7-0E0A-41D3-9DC6-B6AA2E054CAD}" dt="2025-10-14T19:02:31.988" v="2833"/>
        <pc:sldMkLst>
          <pc:docMk/>
          <pc:sldMk cId="0" sldId="264"/>
        </pc:sldMkLst>
        <pc:spChg chg="mod">
          <ac:chgData name="Caitlyn Lefebvre" userId="8c5197c8b1eab328" providerId="LiveId" clId="{E9EC0AD7-0E0A-41D3-9DC6-B6AA2E054CAD}" dt="2025-10-14T18:54:55.704" v="2264" actId="20577"/>
          <ac:spMkLst>
            <pc:docMk/>
            <pc:sldMk cId="0" sldId="264"/>
            <ac:spMk id="418" creationId="{00000000-0000-0000-0000-000000000000}"/>
          </ac:spMkLst>
        </pc:spChg>
        <pc:spChg chg="mod">
          <ac:chgData name="Caitlyn Lefebvre" userId="8c5197c8b1eab328" providerId="LiveId" clId="{E9EC0AD7-0E0A-41D3-9DC6-B6AA2E054CAD}" dt="2025-10-14T18:57:47.881" v="2808" actId="1076"/>
          <ac:spMkLst>
            <pc:docMk/>
            <pc:sldMk cId="0" sldId="264"/>
            <ac:spMk id="419" creationId="{00000000-0000-0000-0000-000000000000}"/>
          </ac:spMkLst>
        </pc:spChg>
        <pc:spChg chg="mod">
          <ac:chgData name="Caitlyn Lefebvre" userId="8c5197c8b1eab328" providerId="LiveId" clId="{E9EC0AD7-0E0A-41D3-9DC6-B6AA2E054CAD}" dt="2025-10-14T18:57:06.872" v="2804" actId="1076"/>
          <ac:spMkLst>
            <pc:docMk/>
            <pc:sldMk cId="0" sldId="264"/>
            <ac:spMk id="420" creationId="{00000000-0000-0000-0000-000000000000}"/>
          </ac:spMkLst>
        </pc:spChg>
        <pc:spChg chg="mod">
          <ac:chgData name="Caitlyn Lefebvre" userId="8c5197c8b1eab328" providerId="LiveId" clId="{E9EC0AD7-0E0A-41D3-9DC6-B6AA2E054CAD}" dt="2025-10-14T18:57:25.033" v="2806" actId="14100"/>
          <ac:spMkLst>
            <pc:docMk/>
            <pc:sldMk cId="0" sldId="264"/>
            <ac:spMk id="421" creationId="{00000000-0000-0000-0000-000000000000}"/>
          </ac:spMkLst>
        </pc:spChg>
        <pc:spChg chg="mod">
          <ac:chgData name="Caitlyn Lefebvre" userId="8c5197c8b1eab328" providerId="LiveId" clId="{E9EC0AD7-0E0A-41D3-9DC6-B6AA2E054CAD}" dt="2025-10-14T18:57:31.371" v="2807" actId="1076"/>
          <ac:spMkLst>
            <pc:docMk/>
            <pc:sldMk cId="0" sldId="264"/>
            <ac:spMk id="422" creationId="{00000000-0000-0000-0000-000000000000}"/>
          </ac:spMkLst>
        </pc:spChg>
        <pc:picChg chg="add mod">
          <ac:chgData name="Caitlyn Lefebvre" userId="8c5197c8b1eab328" providerId="LiveId" clId="{E9EC0AD7-0E0A-41D3-9DC6-B6AA2E054CAD}" dt="2025-10-14T19:01:04.447" v="2829" actId="1076"/>
          <ac:picMkLst>
            <pc:docMk/>
            <pc:sldMk cId="0" sldId="264"/>
            <ac:picMk id="3" creationId="{C066805A-20F9-9864-5986-37B426377C67}"/>
          </ac:picMkLst>
        </pc:picChg>
        <pc:picChg chg="add del mod">
          <ac:chgData name="Caitlyn Lefebvre" userId="8c5197c8b1eab328" providerId="LiveId" clId="{E9EC0AD7-0E0A-41D3-9DC6-B6AA2E054CAD}" dt="2025-10-14T19:00:05.746" v="2813" actId="21"/>
          <ac:picMkLst>
            <pc:docMk/>
            <pc:sldMk cId="0" sldId="264"/>
            <ac:picMk id="5" creationId="{F82D4E97-EE35-F60A-BFB4-C423B71664AA}"/>
          </ac:picMkLst>
        </pc:picChg>
        <pc:picChg chg="add mod modCrop">
          <ac:chgData name="Caitlyn Lefebvre" userId="8c5197c8b1eab328" providerId="LiveId" clId="{E9EC0AD7-0E0A-41D3-9DC6-B6AA2E054CAD}" dt="2025-10-14T19:01:01.921" v="2828" actId="1076"/>
          <ac:picMkLst>
            <pc:docMk/>
            <pc:sldMk cId="0" sldId="264"/>
            <ac:picMk id="7" creationId="{8784EAEC-9206-4C97-60CF-95406DF03A43}"/>
          </ac:picMkLst>
        </pc:picChg>
        <pc:picChg chg="mod">
          <ac:chgData name="Caitlyn Lefebvre" userId="8c5197c8b1eab328" providerId="LiveId" clId="{E9EC0AD7-0E0A-41D3-9DC6-B6AA2E054CAD}" dt="2025-10-14T19:01:23.096" v="2830" actId="1076"/>
          <ac:picMkLst>
            <pc:docMk/>
            <pc:sldMk cId="0" sldId="264"/>
            <ac:picMk id="423" creationId="{00000000-0000-0000-0000-000000000000}"/>
          </ac:picMkLst>
        </pc:picChg>
        <pc:picChg chg="mod">
          <ac:chgData name="Caitlyn Lefebvre" userId="8c5197c8b1eab328" providerId="LiveId" clId="{E9EC0AD7-0E0A-41D3-9DC6-B6AA2E054CAD}" dt="2025-10-14T19:01:26.118" v="2831" actId="1076"/>
          <ac:picMkLst>
            <pc:docMk/>
            <pc:sldMk cId="0" sldId="264"/>
            <ac:picMk id="424" creationId="{00000000-0000-0000-0000-000000000000}"/>
          </ac:picMkLst>
        </pc:picChg>
      </pc:sldChg>
      <pc:sldChg chg="addSp modSp mod ord modNotes">
        <pc:chgData name="Caitlyn Lefebvre" userId="8c5197c8b1eab328" providerId="LiveId" clId="{E9EC0AD7-0E0A-41D3-9DC6-B6AA2E054CAD}" dt="2025-10-14T19:16:21.233" v="3213" actId="1076"/>
        <pc:sldMkLst>
          <pc:docMk/>
          <pc:sldMk cId="0" sldId="265"/>
        </pc:sldMkLst>
        <pc:spChg chg="mod">
          <ac:chgData name="Caitlyn Lefebvre" userId="8c5197c8b1eab328" providerId="LiveId" clId="{E9EC0AD7-0E0A-41D3-9DC6-B6AA2E054CAD}" dt="2025-10-14T18:48:40.199" v="1818" actId="20577"/>
          <ac:spMkLst>
            <pc:docMk/>
            <pc:sldMk cId="0" sldId="265"/>
            <ac:spMk id="434" creationId="{00000000-0000-0000-0000-000000000000}"/>
          </ac:spMkLst>
        </pc:spChg>
        <pc:spChg chg="mod">
          <ac:chgData name="Caitlyn Lefebvre" userId="8c5197c8b1eab328" providerId="LiveId" clId="{E9EC0AD7-0E0A-41D3-9DC6-B6AA2E054CAD}" dt="2025-10-14T18:50:14.577" v="2176" actId="1076"/>
          <ac:spMkLst>
            <pc:docMk/>
            <pc:sldMk cId="0" sldId="265"/>
            <ac:spMk id="435" creationId="{00000000-0000-0000-0000-000000000000}"/>
          </ac:spMkLst>
        </pc:spChg>
        <pc:spChg chg="mod">
          <ac:chgData name="Caitlyn Lefebvre" userId="8c5197c8b1eab328" providerId="LiveId" clId="{E9EC0AD7-0E0A-41D3-9DC6-B6AA2E054CAD}" dt="2025-10-14T18:50:35.132" v="2180" actId="1076"/>
          <ac:spMkLst>
            <pc:docMk/>
            <pc:sldMk cId="0" sldId="265"/>
            <ac:spMk id="436" creationId="{00000000-0000-0000-0000-000000000000}"/>
          </ac:spMkLst>
        </pc:spChg>
        <pc:spChg chg="mod">
          <ac:chgData name="Caitlyn Lefebvre" userId="8c5197c8b1eab328" providerId="LiveId" clId="{E9EC0AD7-0E0A-41D3-9DC6-B6AA2E054CAD}" dt="2025-10-14T18:50:23.607" v="2178" actId="1076"/>
          <ac:spMkLst>
            <pc:docMk/>
            <pc:sldMk cId="0" sldId="265"/>
            <ac:spMk id="437" creationId="{00000000-0000-0000-0000-000000000000}"/>
          </ac:spMkLst>
        </pc:spChg>
        <pc:spChg chg="mod">
          <ac:chgData name="Caitlyn Lefebvre" userId="8c5197c8b1eab328" providerId="LiveId" clId="{E9EC0AD7-0E0A-41D3-9DC6-B6AA2E054CAD}" dt="2025-10-14T18:50:08.097" v="2175" actId="1076"/>
          <ac:spMkLst>
            <pc:docMk/>
            <pc:sldMk cId="0" sldId="265"/>
            <ac:spMk id="438" creationId="{00000000-0000-0000-0000-000000000000}"/>
          </ac:spMkLst>
        </pc:spChg>
        <pc:spChg chg="mod">
          <ac:chgData name="Caitlyn Lefebvre" userId="8c5197c8b1eab328" providerId="LiveId" clId="{E9EC0AD7-0E0A-41D3-9DC6-B6AA2E054CAD}" dt="2025-10-14T18:50:28.585" v="2179" actId="1076"/>
          <ac:spMkLst>
            <pc:docMk/>
            <pc:sldMk cId="0" sldId="265"/>
            <ac:spMk id="439" creationId="{00000000-0000-0000-0000-000000000000}"/>
          </ac:spMkLst>
        </pc:spChg>
        <pc:spChg chg="mod">
          <ac:chgData name="Caitlyn Lefebvre" userId="8c5197c8b1eab328" providerId="LiveId" clId="{E9EC0AD7-0E0A-41D3-9DC6-B6AA2E054CAD}" dt="2025-10-14T18:50:19.606" v="2177" actId="1076"/>
          <ac:spMkLst>
            <pc:docMk/>
            <pc:sldMk cId="0" sldId="265"/>
            <ac:spMk id="440" creationId="{00000000-0000-0000-0000-000000000000}"/>
          </ac:spMkLst>
        </pc:spChg>
        <pc:picChg chg="add mod">
          <ac:chgData name="Caitlyn Lefebvre" userId="8c5197c8b1eab328" providerId="LiveId" clId="{E9EC0AD7-0E0A-41D3-9DC6-B6AA2E054CAD}" dt="2025-10-14T18:51:14.022" v="2187" actId="1076"/>
          <ac:picMkLst>
            <pc:docMk/>
            <pc:sldMk cId="0" sldId="265"/>
            <ac:picMk id="3" creationId="{B6D089B7-54E8-4895-F91C-33244F35E1B0}"/>
          </ac:picMkLst>
        </pc:picChg>
        <pc:picChg chg="add mod modCrop">
          <ac:chgData name="Caitlyn Lefebvre" userId="8c5197c8b1eab328" providerId="LiveId" clId="{E9EC0AD7-0E0A-41D3-9DC6-B6AA2E054CAD}" dt="2025-10-14T19:16:21.233" v="3213" actId="1076"/>
          <ac:picMkLst>
            <pc:docMk/>
            <pc:sldMk cId="0" sldId="265"/>
            <ac:picMk id="5" creationId="{40E73676-7B30-7FC1-FDB2-353D5D181663}"/>
          </ac:picMkLst>
        </pc:picChg>
        <pc:picChg chg="add mod">
          <ac:chgData name="Caitlyn Lefebvre" userId="8c5197c8b1eab328" providerId="LiveId" clId="{E9EC0AD7-0E0A-41D3-9DC6-B6AA2E054CAD}" dt="2025-10-14T18:53:29.923" v="2206" actId="1076"/>
          <ac:picMkLst>
            <pc:docMk/>
            <pc:sldMk cId="0" sldId="265"/>
            <ac:picMk id="7" creationId="{906D211B-E891-CA79-0333-5DF2C2CC157A}"/>
          </ac:picMkLst>
        </pc:picChg>
      </pc:sldChg>
      <pc:sldChg chg="del">
        <pc:chgData name="Caitlyn Lefebvre" userId="8c5197c8b1eab328" providerId="LiveId" clId="{E9EC0AD7-0E0A-41D3-9DC6-B6AA2E054CAD}" dt="2025-10-14T19:12:21.369" v="3164" actId="2696"/>
        <pc:sldMkLst>
          <pc:docMk/>
          <pc:sldMk cId="0" sldId="266"/>
        </pc:sldMkLst>
      </pc:sldChg>
      <pc:sldChg chg="del">
        <pc:chgData name="Caitlyn Lefebvre" userId="8c5197c8b1eab328" providerId="LiveId" clId="{E9EC0AD7-0E0A-41D3-9DC6-B6AA2E054CAD}" dt="2025-10-14T19:12:23.699" v="3165" actId="2696"/>
        <pc:sldMkLst>
          <pc:docMk/>
          <pc:sldMk cId="0" sldId="267"/>
        </pc:sldMkLst>
      </pc:sldChg>
      <pc:sldChg chg="del">
        <pc:chgData name="Caitlyn Lefebvre" userId="8c5197c8b1eab328" providerId="LiveId" clId="{E9EC0AD7-0E0A-41D3-9DC6-B6AA2E054CAD}" dt="2025-10-14T19:12:25.967" v="3166" actId="2696"/>
        <pc:sldMkLst>
          <pc:docMk/>
          <pc:sldMk cId="0" sldId="268"/>
        </pc:sldMkLst>
      </pc:sldChg>
      <pc:sldChg chg="del">
        <pc:chgData name="Caitlyn Lefebvre" userId="8c5197c8b1eab328" providerId="LiveId" clId="{E9EC0AD7-0E0A-41D3-9DC6-B6AA2E054CAD}" dt="2025-10-14T19:12:28.102" v="3167" actId="2696"/>
        <pc:sldMkLst>
          <pc:docMk/>
          <pc:sldMk cId="0" sldId="269"/>
        </pc:sldMkLst>
      </pc:sldChg>
      <pc:sldChg chg="del">
        <pc:chgData name="Caitlyn Lefebvre" userId="8c5197c8b1eab328" providerId="LiveId" clId="{E9EC0AD7-0E0A-41D3-9DC6-B6AA2E054CAD}" dt="2025-10-14T19:12:30.460" v="3168" actId="2696"/>
        <pc:sldMkLst>
          <pc:docMk/>
          <pc:sldMk cId="0" sldId="270"/>
        </pc:sldMkLst>
      </pc:sldChg>
      <pc:sldChg chg="del">
        <pc:chgData name="Caitlyn Lefebvre" userId="8c5197c8b1eab328" providerId="LiveId" clId="{E9EC0AD7-0E0A-41D3-9DC6-B6AA2E054CAD}" dt="2025-10-14T19:12:32.877" v="3169" actId="2696"/>
        <pc:sldMkLst>
          <pc:docMk/>
          <pc:sldMk cId="0" sldId="271"/>
        </pc:sldMkLst>
      </pc:sldChg>
      <pc:sldChg chg="del">
        <pc:chgData name="Caitlyn Lefebvre" userId="8c5197c8b1eab328" providerId="LiveId" clId="{E9EC0AD7-0E0A-41D3-9DC6-B6AA2E054CAD}" dt="2025-10-14T19:12:35.401" v="3170" actId="2696"/>
        <pc:sldMkLst>
          <pc:docMk/>
          <pc:sldMk cId="0" sldId="272"/>
        </pc:sldMkLst>
      </pc:sldChg>
      <pc:sldChg chg="modSp del mod">
        <pc:chgData name="Caitlyn Lefebvre" userId="8c5197c8b1eab328" providerId="LiveId" clId="{E9EC0AD7-0E0A-41D3-9DC6-B6AA2E054CAD}" dt="2025-10-14T19:12:37.939" v="3171" actId="2696"/>
        <pc:sldMkLst>
          <pc:docMk/>
          <pc:sldMk cId="0" sldId="273"/>
        </pc:sldMkLst>
        <pc:spChg chg="mod">
          <ac:chgData name="Caitlyn Lefebvre" userId="8c5197c8b1eab328" providerId="LiveId" clId="{E9EC0AD7-0E0A-41D3-9DC6-B6AA2E054CAD}" dt="2025-10-14T19:04:32.857" v="2879" actId="20577"/>
          <ac:spMkLst>
            <pc:docMk/>
            <pc:sldMk cId="0" sldId="273"/>
            <ac:spMk id="558" creationId="{00000000-0000-0000-0000-000000000000}"/>
          </ac:spMkLst>
        </pc:spChg>
      </pc:sldChg>
      <pc:sldChg chg="del">
        <pc:chgData name="Caitlyn Lefebvre" userId="8c5197c8b1eab328" providerId="LiveId" clId="{E9EC0AD7-0E0A-41D3-9DC6-B6AA2E054CAD}" dt="2025-10-14T19:12:40.063" v="3172" actId="2696"/>
        <pc:sldMkLst>
          <pc:docMk/>
          <pc:sldMk cId="0" sldId="274"/>
        </pc:sldMkLst>
      </pc:sldChg>
      <pc:sldChg chg="del">
        <pc:chgData name="Caitlyn Lefebvre" userId="8c5197c8b1eab328" providerId="LiveId" clId="{E9EC0AD7-0E0A-41D3-9DC6-B6AA2E054CAD}" dt="2025-10-14T19:12:42.471" v="3173" actId="2696"/>
        <pc:sldMkLst>
          <pc:docMk/>
          <pc:sldMk cId="0" sldId="275"/>
        </pc:sldMkLst>
      </pc:sldChg>
      <pc:sldChg chg="del">
        <pc:chgData name="Caitlyn Lefebvre" userId="8c5197c8b1eab328" providerId="LiveId" clId="{E9EC0AD7-0E0A-41D3-9DC6-B6AA2E054CAD}" dt="2025-10-14T19:12:44.817" v="3174" actId="2696"/>
        <pc:sldMkLst>
          <pc:docMk/>
          <pc:sldMk cId="0" sldId="276"/>
        </pc:sldMkLst>
      </pc:sldChg>
      <pc:sldChg chg="del">
        <pc:chgData name="Caitlyn Lefebvre" userId="8c5197c8b1eab328" providerId="LiveId" clId="{E9EC0AD7-0E0A-41D3-9DC6-B6AA2E054CAD}" dt="2025-10-14T19:12:46.906" v="3175" actId="2696"/>
        <pc:sldMkLst>
          <pc:docMk/>
          <pc:sldMk cId="0" sldId="277"/>
        </pc:sldMkLst>
      </pc:sldChg>
      <pc:sldChg chg="del">
        <pc:chgData name="Caitlyn Lefebvre" userId="8c5197c8b1eab328" providerId="LiveId" clId="{E9EC0AD7-0E0A-41D3-9DC6-B6AA2E054CAD}" dt="2025-10-14T19:12:49.089" v="3176" actId="2696"/>
        <pc:sldMkLst>
          <pc:docMk/>
          <pc:sldMk cId="0" sldId="278"/>
        </pc:sldMkLst>
      </pc:sldChg>
      <pc:sldChg chg="del">
        <pc:chgData name="Caitlyn Lefebvre" userId="8c5197c8b1eab328" providerId="LiveId" clId="{E9EC0AD7-0E0A-41D3-9DC6-B6AA2E054CAD}" dt="2025-10-14T19:12:51.393" v="3177" actId="2696"/>
        <pc:sldMkLst>
          <pc:docMk/>
          <pc:sldMk cId="0" sldId="279"/>
        </pc:sldMkLst>
      </pc:sldChg>
      <pc:sldChg chg="del">
        <pc:chgData name="Caitlyn Lefebvre" userId="8c5197c8b1eab328" providerId="LiveId" clId="{E9EC0AD7-0E0A-41D3-9DC6-B6AA2E054CAD}" dt="2025-10-14T19:12:53.567" v="3178" actId="2696"/>
        <pc:sldMkLst>
          <pc:docMk/>
          <pc:sldMk cId="0" sldId="280"/>
        </pc:sldMkLst>
      </pc:sldChg>
      <pc:sldChg chg="del">
        <pc:chgData name="Caitlyn Lefebvre" userId="8c5197c8b1eab328" providerId="LiveId" clId="{E9EC0AD7-0E0A-41D3-9DC6-B6AA2E054CAD}" dt="2025-10-14T19:12:55.743" v="3179" actId="2696"/>
        <pc:sldMkLst>
          <pc:docMk/>
          <pc:sldMk cId="0" sldId="281"/>
        </pc:sldMkLst>
      </pc:sldChg>
      <pc:sldChg chg="addSp delSp modSp mod ord modNotes">
        <pc:chgData name="Caitlyn Lefebvre" userId="8c5197c8b1eab328" providerId="LiveId" clId="{E9EC0AD7-0E0A-41D3-9DC6-B6AA2E054CAD}" dt="2025-10-14T19:10:15.289" v="3100" actId="1076"/>
        <pc:sldMkLst>
          <pc:docMk/>
          <pc:sldMk cId="0" sldId="282"/>
        </pc:sldMkLst>
        <pc:spChg chg="mod">
          <ac:chgData name="Caitlyn Lefebvre" userId="8c5197c8b1eab328" providerId="LiveId" clId="{E9EC0AD7-0E0A-41D3-9DC6-B6AA2E054CAD}" dt="2025-10-14T19:07:06.457" v="3089" actId="20577"/>
          <ac:spMkLst>
            <pc:docMk/>
            <pc:sldMk cId="0" sldId="282"/>
            <ac:spMk id="785" creationId="{00000000-0000-0000-0000-000000000000}"/>
          </ac:spMkLst>
        </pc:spChg>
        <pc:spChg chg="mod">
          <ac:chgData name="Caitlyn Lefebvre" userId="8c5197c8b1eab328" providerId="LiveId" clId="{E9EC0AD7-0E0A-41D3-9DC6-B6AA2E054CAD}" dt="2025-10-14T19:06:59.988" v="3067" actId="20577"/>
          <ac:spMkLst>
            <pc:docMk/>
            <pc:sldMk cId="0" sldId="282"/>
            <ac:spMk id="786" creationId="{00000000-0000-0000-0000-000000000000}"/>
          </ac:spMkLst>
        </pc:spChg>
        <pc:spChg chg="mod">
          <ac:chgData name="Caitlyn Lefebvre" userId="8c5197c8b1eab328" providerId="LiveId" clId="{E9EC0AD7-0E0A-41D3-9DC6-B6AA2E054CAD}" dt="2025-10-14T19:05:41.062" v="2901" actId="20577"/>
          <ac:spMkLst>
            <pc:docMk/>
            <pc:sldMk cId="0" sldId="282"/>
            <ac:spMk id="789" creationId="{00000000-0000-0000-0000-000000000000}"/>
          </ac:spMkLst>
        </pc:spChg>
        <pc:spChg chg="mod">
          <ac:chgData name="Caitlyn Lefebvre" userId="8c5197c8b1eab328" providerId="LiveId" clId="{E9EC0AD7-0E0A-41D3-9DC6-B6AA2E054CAD}" dt="2025-10-14T19:06:54.590" v="3049" actId="20577"/>
          <ac:spMkLst>
            <pc:docMk/>
            <pc:sldMk cId="0" sldId="282"/>
            <ac:spMk id="790" creationId="{00000000-0000-0000-0000-000000000000}"/>
          </ac:spMkLst>
        </pc:spChg>
        <pc:spChg chg="mod">
          <ac:chgData name="Caitlyn Lefebvre" userId="8c5197c8b1eab328" providerId="LiveId" clId="{E9EC0AD7-0E0A-41D3-9DC6-B6AA2E054CAD}" dt="2025-10-14T19:06:41.078" v="2987" actId="20577"/>
          <ac:spMkLst>
            <pc:docMk/>
            <pc:sldMk cId="0" sldId="282"/>
            <ac:spMk id="791" creationId="{00000000-0000-0000-0000-000000000000}"/>
          </ac:spMkLst>
        </pc:spChg>
        <pc:picChg chg="add mod">
          <ac:chgData name="Caitlyn Lefebvre" userId="8c5197c8b1eab328" providerId="LiveId" clId="{E9EC0AD7-0E0A-41D3-9DC6-B6AA2E054CAD}" dt="2025-10-14T19:09:26.780" v="3094" actId="1076"/>
          <ac:picMkLst>
            <pc:docMk/>
            <pc:sldMk cId="0" sldId="282"/>
            <ac:picMk id="3" creationId="{7BDF061F-0FF9-6DCA-AB3E-8D7D02D69E05}"/>
          </ac:picMkLst>
        </pc:picChg>
        <pc:picChg chg="add mod">
          <ac:chgData name="Caitlyn Lefebvre" userId="8c5197c8b1eab328" providerId="LiveId" clId="{E9EC0AD7-0E0A-41D3-9DC6-B6AA2E054CAD}" dt="2025-10-14T19:10:15.289" v="3100" actId="1076"/>
          <ac:picMkLst>
            <pc:docMk/>
            <pc:sldMk cId="0" sldId="282"/>
            <ac:picMk id="5" creationId="{1168A23E-0C66-B2AD-B810-0350802521C1}"/>
          </ac:picMkLst>
        </pc:picChg>
        <pc:picChg chg="del">
          <ac:chgData name="Caitlyn Lefebvre" userId="8c5197c8b1eab328" providerId="LiveId" clId="{E9EC0AD7-0E0A-41D3-9DC6-B6AA2E054CAD}" dt="2025-10-14T19:05:46.484" v="2903" actId="21"/>
          <ac:picMkLst>
            <pc:docMk/>
            <pc:sldMk cId="0" sldId="282"/>
            <ac:picMk id="787" creationId="{00000000-0000-0000-0000-000000000000}"/>
          </ac:picMkLst>
        </pc:picChg>
        <pc:picChg chg="del">
          <ac:chgData name="Caitlyn Lefebvre" userId="8c5197c8b1eab328" providerId="LiveId" clId="{E9EC0AD7-0E0A-41D3-9DC6-B6AA2E054CAD}" dt="2025-10-14T19:05:44.073" v="2902" actId="21"/>
          <ac:picMkLst>
            <pc:docMk/>
            <pc:sldMk cId="0" sldId="282"/>
            <ac:picMk id="788" creationId="{00000000-0000-0000-0000-000000000000}"/>
          </ac:picMkLst>
        </pc:picChg>
      </pc:sldChg>
      <pc:sldChg chg="del">
        <pc:chgData name="Caitlyn Lefebvre" userId="8c5197c8b1eab328" providerId="LiveId" clId="{E9EC0AD7-0E0A-41D3-9DC6-B6AA2E054CAD}" dt="2025-10-14T19:12:58.030" v="3180" actId="2696"/>
        <pc:sldMkLst>
          <pc:docMk/>
          <pc:sldMk cId="0" sldId="283"/>
        </pc:sldMkLst>
      </pc:sldChg>
      <pc:sldChg chg="del">
        <pc:chgData name="Caitlyn Lefebvre" userId="8c5197c8b1eab328" providerId="LiveId" clId="{E9EC0AD7-0E0A-41D3-9DC6-B6AA2E054CAD}" dt="2025-10-14T19:13:00.534" v="3181" actId="2696"/>
        <pc:sldMkLst>
          <pc:docMk/>
          <pc:sldMk cId="0" sldId="284"/>
        </pc:sldMkLst>
      </pc:sldChg>
      <pc:sldChg chg="del">
        <pc:chgData name="Caitlyn Lefebvre" userId="8c5197c8b1eab328" providerId="LiveId" clId="{E9EC0AD7-0E0A-41D3-9DC6-B6AA2E054CAD}" dt="2025-10-14T19:13:02.536" v="3182" actId="2696"/>
        <pc:sldMkLst>
          <pc:docMk/>
          <pc:sldMk cId="0" sldId="285"/>
        </pc:sldMkLst>
      </pc:sldChg>
      <pc:sldChg chg="del">
        <pc:chgData name="Caitlyn Lefebvre" userId="8c5197c8b1eab328" providerId="LiveId" clId="{E9EC0AD7-0E0A-41D3-9DC6-B6AA2E054CAD}" dt="2025-10-14T19:13:04.963" v="3183" actId="2696"/>
        <pc:sldMkLst>
          <pc:docMk/>
          <pc:sldMk cId="0" sldId="286"/>
        </pc:sldMkLst>
      </pc:sldChg>
      <pc:sldChg chg="del">
        <pc:chgData name="Caitlyn Lefebvre" userId="8c5197c8b1eab328" providerId="LiveId" clId="{E9EC0AD7-0E0A-41D3-9DC6-B6AA2E054CAD}" dt="2025-10-14T19:13:06.965" v="3184" actId="2696"/>
        <pc:sldMkLst>
          <pc:docMk/>
          <pc:sldMk cId="0" sldId="287"/>
        </pc:sldMkLst>
      </pc:sldChg>
      <pc:sldChg chg="del">
        <pc:chgData name="Caitlyn Lefebvre" userId="8c5197c8b1eab328" providerId="LiveId" clId="{E9EC0AD7-0E0A-41D3-9DC6-B6AA2E054CAD}" dt="2025-10-14T19:13:13.241" v="3185" actId="2696"/>
        <pc:sldMkLst>
          <pc:docMk/>
          <pc:sldMk cId="0" sldId="288"/>
        </pc:sldMkLst>
      </pc:sldChg>
      <pc:sldChg chg="del">
        <pc:chgData name="Caitlyn Lefebvre" userId="8c5197c8b1eab328" providerId="LiveId" clId="{E9EC0AD7-0E0A-41D3-9DC6-B6AA2E054CAD}" dt="2025-10-14T19:13:15.869" v="3186" actId="2696"/>
        <pc:sldMkLst>
          <pc:docMk/>
          <pc:sldMk cId="0" sldId="289"/>
        </pc:sldMkLst>
      </pc:sldChg>
      <pc:sldChg chg="delSp modSp mod ord modNotes">
        <pc:chgData name="Caitlyn Lefebvre" userId="8c5197c8b1eab328" providerId="LiveId" clId="{E9EC0AD7-0E0A-41D3-9DC6-B6AA2E054CAD}" dt="2025-10-14T19:11:07.481" v="3161" actId="478"/>
        <pc:sldMkLst>
          <pc:docMk/>
          <pc:sldMk cId="0" sldId="290"/>
        </pc:sldMkLst>
        <pc:spChg chg="mod">
          <ac:chgData name="Caitlyn Lefebvre" userId="8c5197c8b1eab328" providerId="LiveId" clId="{E9EC0AD7-0E0A-41D3-9DC6-B6AA2E054CAD}" dt="2025-10-14T19:11:01.801" v="3160" actId="255"/>
          <ac:spMkLst>
            <pc:docMk/>
            <pc:sldMk cId="0" sldId="290"/>
            <ac:spMk id="936" creationId="{00000000-0000-0000-0000-000000000000}"/>
          </ac:spMkLst>
        </pc:spChg>
        <pc:spChg chg="del">
          <ac:chgData name="Caitlyn Lefebvre" userId="8c5197c8b1eab328" providerId="LiveId" clId="{E9EC0AD7-0E0A-41D3-9DC6-B6AA2E054CAD}" dt="2025-10-14T19:10:52.571" v="3156" actId="478"/>
          <ac:spMkLst>
            <pc:docMk/>
            <pc:sldMk cId="0" sldId="290"/>
            <ac:spMk id="937" creationId="{00000000-0000-0000-0000-000000000000}"/>
          </ac:spMkLst>
        </pc:spChg>
        <pc:spChg chg="del">
          <ac:chgData name="Caitlyn Lefebvre" userId="8c5197c8b1eab328" providerId="LiveId" clId="{E9EC0AD7-0E0A-41D3-9DC6-B6AA2E054CAD}" dt="2025-10-14T19:10:54.588" v="3158" actId="478"/>
          <ac:spMkLst>
            <pc:docMk/>
            <pc:sldMk cId="0" sldId="290"/>
            <ac:spMk id="938" creationId="{00000000-0000-0000-0000-000000000000}"/>
          </ac:spMkLst>
        </pc:spChg>
        <pc:spChg chg="del">
          <ac:chgData name="Caitlyn Lefebvre" userId="8c5197c8b1eab328" providerId="LiveId" clId="{E9EC0AD7-0E0A-41D3-9DC6-B6AA2E054CAD}" dt="2025-10-14T19:10:55.959" v="3159" actId="478"/>
          <ac:spMkLst>
            <pc:docMk/>
            <pc:sldMk cId="0" sldId="290"/>
            <ac:spMk id="939" creationId="{00000000-0000-0000-0000-000000000000}"/>
          </ac:spMkLst>
        </pc:spChg>
        <pc:spChg chg="del">
          <ac:chgData name="Caitlyn Lefebvre" userId="8c5197c8b1eab328" providerId="LiveId" clId="{E9EC0AD7-0E0A-41D3-9DC6-B6AA2E054CAD}" dt="2025-10-14T19:11:07.481" v="3161" actId="478"/>
          <ac:spMkLst>
            <pc:docMk/>
            <pc:sldMk cId="0" sldId="290"/>
            <ac:spMk id="949" creationId="{00000000-0000-0000-0000-000000000000}"/>
          </ac:spMkLst>
        </pc:spChg>
        <pc:grpChg chg="del">
          <ac:chgData name="Caitlyn Lefebvre" userId="8c5197c8b1eab328" providerId="LiveId" clId="{E9EC0AD7-0E0A-41D3-9DC6-B6AA2E054CAD}" dt="2025-10-14T19:10:50.862" v="3155" actId="478"/>
          <ac:grpSpMkLst>
            <pc:docMk/>
            <pc:sldMk cId="0" sldId="290"/>
            <ac:grpSpMk id="940" creationId="{00000000-0000-0000-0000-000000000000}"/>
          </ac:grpSpMkLst>
        </pc:grpChg>
        <pc:grpChg chg="del">
          <ac:chgData name="Caitlyn Lefebvre" userId="8c5197c8b1eab328" providerId="LiveId" clId="{E9EC0AD7-0E0A-41D3-9DC6-B6AA2E054CAD}" dt="2025-10-14T19:10:53.733" v="3157" actId="478"/>
          <ac:grpSpMkLst>
            <pc:docMk/>
            <pc:sldMk cId="0" sldId="290"/>
            <ac:grpSpMk id="944" creationId="{00000000-0000-0000-0000-000000000000}"/>
          </ac:grpSpMkLst>
        </pc:grpChg>
      </pc:sldChg>
      <pc:sldChg chg="del">
        <pc:chgData name="Caitlyn Lefebvre" userId="8c5197c8b1eab328" providerId="LiveId" clId="{E9EC0AD7-0E0A-41D3-9DC6-B6AA2E054CAD}" dt="2025-10-14T19:13:19.219" v="3187" actId="2696"/>
        <pc:sldMkLst>
          <pc:docMk/>
          <pc:sldMk cId="2799576854" sldId="291"/>
        </pc:sldMkLst>
      </pc:sldChg>
      <pc:sldChg chg="del">
        <pc:chgData name="Caitlyn Lefebvre" userId="8c5197c8b1eab328" providerId="LiveId" clId="{E9EC0AD7-0E0A-41D3-9DC6-B6AA2E054CAD}" dt="2025-10-14T19:13:22.026" v="3188" actId="2696"/>
        <pc:sldMkLst>
          <pc:docMk/>
          <pc:sldMk cId="2161668108" sldId="292"/>
        </pc:sldMkLst>
      </pc:sldChg>
      <pc:sldChg chg="del">
        <pc:chgData name="Caitlyn Lefebvre" userId="8c5197c8b1eab328" providerId="LiveId" clId="{E9EC0AD7-0E0A-41D3-9DC6-B6AA2E054CAD}" dt="2025-10-14T19:13:24.624" v="3189" actId="2696"/>
        <pc:sldMkLst>
          <pc:docMk/>
          <pc:sldMk cId="0" sldId="293"/>
        </pc:sldMkLst>
      </pc:sldChg>
      <pc:sldChg chg="del">
        <pc:chgData name="Caitlyn Lefebvre" userId="8c5197c8b1eab328" providerId="LiveId" clId="{E9EC0AD7-0E0A-41D3-9DC6-B6AA2E054CAD}" dt="2025-10-14T19:13:26.669" v="3190" actId="2696"/>
        <pc:sldMkLst>
          <pc:docMk/>
          <pc:sldMk cId="0" sldId="294"/>
        </pc:sldMkLst>
      </pc:sldChg>
      <pc:sldChg chg="del">
        <pc:chgData name="Caitlyn Lefebvre" userId="8c5197c8b1eab328" providerId="LiveId" clId="{E9EC0AD7-0E0A-41D3-9DC6-B6AA2E054CAD}" dt="2025-10-14T19:13:34.141" v="3191" actId="2696"/>
        <pc:sldMkLst>
          <pc:docMk/>
          <pc:sldMk cId="0" sldId="295"/>
        </pc:sldMkLst>
      </pc:sldChg>
      <pc:sldChg chg="del">
        <pc:chgData name="Caitlyn Lefebvre" userId="8c5197c8b1eab328" providerId="LiveId" clId="{E9EC0AD7-0E0A-41D3-9DC6-B6AA2E054CAD}" dt="2025-10-14T19:13:36.519" v="3192" actId="2696"/>
        <pc:sldMkLst>
          <pc:docMk/>
          <pc:sldMk cId="0" sldId="296"/>
        </pc:sldMkLst>
      </pc:sldChg>
      <pc:sldChg chg="del">
        <pc:chgData name="Caitlyn Lefebvre" userId="8c5197c8b1eab328" providerId="LiveId" clId="{E9EC0AD7-0E0A-41D3-9DC6-B6AA2E054CAD}" dt="2025-10-14T19:13:39.214" v="3193" actId="2696"/>
        <pc:sldMkLst>
          <pc:docMk/>
          <pc:sldMk cId="0" sldId="297"/>
        </pc:sldMkLst>
      </pc:sldChg>
      <pc:sldChg chg="del">
        <pc:chgData name="Caitlyn Lefebvre" userId="8c5197c8b1eab328" providerId="LiveId" clId="{E9EC0AD7-0E0A-41D3-9DC6-B6AA2E054CAD}" dt="2025-10-14T19:13:41.435" v="3194" actId="2696"/>
        <pc:sldMkLst>
          <pc:docMk/>
          <pc:sldMk cId="0" sldId="298"/>
        </pc:sldMkLst>
      </pc:sldChg>
      <pc:sldChg chg="del">
        <pc:chgData name="Caitlyn Lefebvre" userId="8c5197c8b1eab328" providerId="LiveId" clId="{E9EC0AD7-0E0A-41D3-9DC6-B6AA2E054CAD}" dt="2025-10-14T19:13:43.373" v="3195" actId="2696"/>
        <pc:sldMkLst>
          <pc:docMk/>
          <pc:sldMk cId="0" sldId="299"/>
        </pc:sldMkLst>
      </pc:sldChg>
      <pc:sldChg chg="del">
        <pc:chgData name="Caitlyn Lefebvre" userId="8c5197c8b1eab328" providerId="LiveId" clId="{E9EC0AD7-0E0A-41D3-9DC6-B6AA2E054CAD}" dt="2025-10-14T19:13:45.320" v="3196" actId="2696"/>
        <pc:sldMkLst>
          <pc:docMk/>
          <pc:sldMk cId="0" sldId="300"/>
        </pc:sldMkLst>
      </pc:sldChg>
      <pc:sldChg chg="del">
        <pc:chgData name="Caitlyn Lefebvre" userId="8c5197c8b1eab328" providerId="LiveId" clId="{E9EC0AD7-0E0A-41D3-9DC6-B6AA2E054CAD}" dt="2025-10-14T19:13:47.702" v="3197" actId="2696"/>
        <pc:sldMkLst>
          <pc:docMk/>
          <pc:sldMk cId="0" sldId="301"/>
        </pc:sldMkLst>
      </pc:sldChg>
      <pc:sldChg chg="del">
        <pc:chgData name="Caitlyn Lefebvre" userId="8c5197c8b1eab328" providerId="LiveId" clId="{E9EC0AD7-0E0A-41D3-9DC6-B6AA2E054CAD}" dt="2025-10-14T19:13:49.700" v="3198" actId="2696"/>
        <pc:sldMkLst>
          <pc:docMk/>
          <pc:sldMk cId="0" sldId="302"/>
        </pc:sldMkLst>
      </pc:sldChg>
      <pc:sldChg chg="del">
        <pc:chgData name="Caitlyn Lefebvre" userId="8c5197c8b1eab328" providerId="LiveId" clId="{E9EC0AD7-0E0A-41D3-9DC6-B6AA2E054CAD}" dt="2025-10-14T19:13:51.854" v="3199" actId="2696"/>
        <pc:sldMkLst>
          <pc:docMk/>
          <pc:sldMk cId="0" sldId="303"/>
        </pc:sldMkLst>
      </pc:sldChg>
      <pc:sldChg chg="del">
        <pc:chgData name="Caitlyn Lefebvre" userId="8c5197c8b1eab328" providerId="LiveId" clId="{E9EC0AD7-0E0A-41D3-9DC6-B6AA2E054CAD}" dt="2025-10-14T19:13:53.757" v="3200" actId="2696"/>
        <pc:sldMkLst>
          <pc:docMk/>
          <pc:sldMk cId="0" sldId="304"/>
        </pc:sldMkLst>
      </pc:sldChg>
      <pc:sldChg chg="del">
        <pc:chgData name="Caitlyn Lefebvre" userId="8c5197c8b1eab328" providerId="LiveId" clId="{E9EC0AD7-0E0A-41D3-9DC6-B6AA2E054CAD}" dt="2025-10-14T19:13:56.111" v="3201" actId="2696"/>
        <pc:sldMkLst>
          <pc:docMk/>
          <pc:sldMk cId="0" sldId="305"/>
        </pc:sldMkLst>
      </pc:sldChg>
      <pc:sldChg chg="del">
        <pc:chgData name="Caitlyn Lefebvre" userId="8c5197c8b1eab328" providerId="LiveId" clId="{E9EC0AD7-0E0A-41D3-9DC6-B6AA2E054CAD}" dt="2025-10-14T19:13:58.135" v="3202" actId="2696"/>
        <pc:sldMkLst>
          <pc:docMk/>
          <pc:sldMk cId="0" sldId="306"/>
        </pc:sldMkLst>
      </pc:sldChg>
      <pc:sldChg chg="del">
        <pc:chgData name="Caitlyn Lefebvre" userId="8c5197c8b1eab328" providerId="LiveId" clId="{E9EC0AD7-0E0A-41D3-9DC6-B6AA2E054CAD}" dt="2025-10-14T19:13:59.932" v="3203" actId="2696"/>
        <pc:sldMkLst>
          <pc:docMk/>
          <pc:sldMk cId="0" sldId="307"/>
        </pc:sldMkLst>
      </pc:sldChg>
      <pc:sldChg chg="del">
        <pc:chgData name="Caitlyn Lefebvre" userId="8c5197c8b1eab328" providerId="LiveId" clId="{E9EC0AD7-0E0A-41D3-9DC6-B6AA2E054CAD}" dt="2025-10-14T19:14:02.090" v="3204" actId="2696"/>
        <pc:sldMkLst>
          <pc:docMk/>
          <pc:sldMk cId="0" sldId="308"/>
        </pc:sldMkLst>
      </pc:sldChg>
      <pc:sldChg chg="del">
        <pc:chgData name="Caitlyn Lefebvre" userId="8c5197c8b1eab328" providerId="LiveId" clId="{E9EC0AD7-0E0A-41D3-9DC6-B6AA2E054CAD}" dt="2025-10-14T19:14:04.184" v="3205" actId="2696"/>
        <pc:sldMkLst>
          <pc:docMk/>
          <pc:sldMk cId="0" sldId="309"/>
        </pc:sldMkLst>
      </pc:sldChg>
      <pc:sldChg chg="del">
        <pc:chgData name="Caitlyn Lefebvre" userId="8c5197c8b1eab328" providerId="LiveId" clId="{E9EC0AD7-0E0A-41D3-9DC6-B6AA2E054CAD}" dt="2025-10-14T19:14:06.917" v="3206" actId="2696"/>
        <pc:sldMkLst>
          <pc:docMk/>
          <pc:sldMk cId="0" sldId="310"/>
        </pc:sldMkLst>
      </pc:sldChg>
      <pc:sldMasterChg chg="delSldLayout">
        <pc:chgData name="Caitlyn Lefebvre" userId="8c5197c8b1eab328" providerId="LiveId" clId="{E9EC0AD7-0E0A-41D3-9DC6-B6AA2E054CAD}" dt="2025-10-14T19:13:22.026" v="3188" actId="2696"/>
        <pc:sldMasterMkLst>
          <pc:docMk/>
          <pc:sldMasterMk cId="0" sldId="2147483678"/>
        </pc:sldMasterMkLst>
        <pc:sldLayoutChg chg="del">
          <pc:chgData name="Caitlyn Lefebvre" userId="8c5197c8b1eab328" providerId="LiveId" clId="{E9EC0AD7-0E0A-41D3-9DC6-B6AA2E054CAD}" dt="2025-10-14T19:12:18.909" v="3163" actId="2696"/>
          <pc:sldLayoutMkLst>
            <pc:docMk/>
            <pc:sldMasterMk cId="0" sldId="2147483678"/>
            <pc:sldLayoutMk cId="0" sldId="2147483649"/>
          </pc:sldLayoutMkLst>
        </pc:sldLayoutChg>
        <pc:sldLayoutChg chg="del">
          <pc:chgData name="Caitlyn Lefebvre" userId="8c5197c8b1eab328" providerId="LiveId" clId="{E9EC0AD7-0E0A-41D3-9DC6-B6AA2E054CAD}" dt="2025-10-14T19:13:19.219" v="3187" actId="2696"/>
          <pc:sldLayoutMkLst>
            <pc:docMk/>
            <pc:sldMasterMk cId="0" sldId="2147483678"/>
            <pc:sldLayoutMk cId="0" sldId="2147483652"/>
          </pc:sldLayoutMkLst>
        </pc:sldLayoutChg>
        <pc:sldLayoutChg chg="del">
          <pc:chgData name="Caitlyn Lefebvre" userId="8c5197c8b1eab328" providerId="LiveId" clId="{E9EC0AD7-0E0A-41D3-9DC6-B6AA2E054CAD}" dt="2025-10-14T19:12:15.684" v="3162" actId="2696"/>
          <pc:sldLayoutMkLst>
            <pc:docMk/>
            <pc:sldMasterMk cId="0" sldId="2147483678"/>
            <pc:sldLayoutMk cId="0" sldId="2147483654"/>
          </pc:sldLayoutMkLst>
        </pc:sldLayoutChg>
        <pc:sldLayoutChg chg="del">
          <pc:chgData name="Caitlyn Lefebvre" userId="8c5197c8b1eab328" providerId="LiveId" clId="{E9EC0AD7-0E0A-41D3-9DC6-B6AA2E054CAD}" dt="2025-10-14T19:12:28.102" v="3167" actId="2696"/>
          <pc:sldLayoutMkLst>
            <pc:docMk/>
            <pc:sldMasterMk cId="0" sldId="2147483678"/>
            <pc:sldLayoutMk cId="0" sldId="2147483656"/>
          </pc:sldLayoutMkLst>
        </pc:sldLayoutChg>
        <pc:sldLayoutChg chg="del">
          <pc:chgData name="Caitlyn Lefebvre" userId="8c5197c8b1eab328" providerId="LiveId" clId="{E9EC0AD7-0E0A-41D3-9DC6-B6AA2E054CAD}" dt="2025-10-14T19:12:32.877" v="3169" actId="2696"/>
          <pc:sldLayoutMkLst>
            <pc:docMk/>
            <pc:sldMasterMk cId="0" sldId="2147483678"/>
            <pc:sldLayoutMk cId="0" sldId="2147483657"/>
          </pc:sldLayoutMkLst>
        </pc:sldLayoutChg>
        <pc:sldLayoutChg chg="del">
          <pc:chgData name="Caitlyn Lefebvre" userId="8c5197c8b1eab328" providerId="LiveId" clId="{E9EC0AD7-0E0A-41D3-9DC6-B6AA2E054CAD}" dt="2025-10-14T19:13:15.869" v="3186" actId="2696"/>
          <pc:sldLayoutMkLst>
            <pc:docMk/>
            <pc:sldMasterMk cId="0" sldId="2147483678"/>
            <pc:sldLayoutMk cId="0" sldId="2147483660"/>
          </pc:sldLayoutMkLst>
        </pc:sldLayoutChg>
        <pc:sldLayoutChg chg="del">
          <pc:chgData name="Caitlyn Lefebvre" userId="8c5197c8b1eab328" providerId="LiveId" clId="{E9EC0AD7-0E0A-41D3-9DC6-B6AA2E054CAD}" dt="2025-10-14T19:13:22.026" v="3188" actId="2696"/>
          <pc:sldLayoutMkLst>
            <pc:docMk/>
            <pc:sldMasterMk cId="0" sldId="2147483678"/>
            <pc:sldLayoutMk cId="0" sldId="2147483661"/>
          </pc:sldLayoutMkLst>
        </pc:sldLayoutChg>
        <pc:sldLayoutChg chg="del">
          <pc:chgData name="Caitlyn Lefebvre" userId="8c5197c8b1eab328" providerId="LiveId" clId="{E9EC0AD7-0E0A-41D3-9DC6-B6AA2E054CAD}" dt="2025-10-14T19:12:25.967" v="3166" actId="2696"/>
          <pc:sldLayoutMkLst>
            <pc:docMk/>
            <pc:sldMasterMk cId="0" sldId="2147483678"/>
            <pc:sldLayoutMk cId="0" sldId="2147483662"/>
          </pc:sldLayoutMkLst>
        </pc:sldLayoutChg>
        <pc:sldLayoutChg chg="del">
          <pc:chgData name="Caitlyn Lefebvre" userId="8c5197c8b1eab328" providerId="LiveId" clId="{E9EC0AD7-0E0A-41D3-9DC6-B6AA2E054CAD}" dt="2025-10-14T19:12:30.460" v="3168" actId="2696"/>
          <pc:sldLayoutMkLst>
            <pc:docMk/>
            <pc:sldMasterMk cId="0" sldId="2147483678"/>
            <pc:sldLayoutMk cId="0" sldId="2147483663"/>
          </pc:sldLayoutMkLst>
        </pc:sldLayoutChg>
        <pc:sldLayoutChg chg="del">
          <pc:chgData name="Caitlyn Lefebvre" userId="8c5197c8b1eab328" providerId="LiveId" clId="{E9EC0AD7-0E0A-41D3-9DC6-B6AA2E054CAD}" dt="2025-10-14T19:12:44.817" v="3174" actId="2696"/>
          <pc:sldLayoutMkLst>
            <pc:docMk/>
            <pc:sldMasterMk cId="0" sldId="2147483678"/>
            <pc:sldLayoutMk cId="0" sldId="2147483664"/>
          </pc:sldLayoutMkLst>
        </pc:sldLayoutChg>
        <pc:sldLayoutChg chg="del">
          <pc:chgData name="Caitlyn Lefebvre" userId="8c5197c8b1eab328" providerId="LiveId" clId="{E9EC0AD7-0E0A-41D3-9DC6-B6AA2E054CAD}" dt="2025-10-14T19:12:42.471" v="3173" actId="2696"/>
          <pc:sldLayoutMkLst>
            <pc:docMk/>
            <pc:sldMasterMk cId="0" sldId="2147483678"/>
            <pc:sldLayoutMk cId="0" sldId="2147483665"/>
          </pc:sldLayoutMkLst>
        </pc:sldLayoutChg>
        <pc:sldLayoutChg chg="del">
          <pc:chgData name="Caitlyn Lefebvre" userId="8c5197c8b1eab328" providerId="LiveId" clId="{E9EC0AD7-0E0A-41D3-9DC6-B6AA2E054CAD}" dt="2025-10-14T19:12:21.369" v="3164" actId="2696"/>
          <pc:sldLayoutMkLst>
            <pc:docMk/>
            <pc:sldMasterMk cId="0" sldId="2147483678"/>
            <pc:sldLayoutMk cId="0" sldId="2147483669"/>
          </pc:sldLayoutMkLst>
        </pc:sldLayoutChg>
        <pc:sldLayoutChg chg="del">
          <pc:chgData name="Caitlyn Lefebvre" userId="8c5197c8b1eab328" providerId="LiveId" clId="{E9EC0AD7-0E0A-41D3-9DC6-B6AA2E054CAD}" dt="2025-10-14T19:12:23.699" v="3165" actId="2696"/>
          <pc:sldLayoutMkLst>
            <pc:docMk/>
            <pc:sldMasterMk cId="0" sldId="2147483678"/>
            <pc:sldLayoutMk cId="0" sldId="2147483670"/>
          </pc:sldLayoutMkLst>
        </pc:sldLayoutChg>
        <pc:sldLayoutChg chg="del">
          <pc:chgData name="Caitlyn Lefebvre" userId="8c5197c8b1eab328" providerId="LiveId" clId="{E9EC0AD7-0E0A-41D3-9DC6-B6AA2E054CAD}" dt="2025-10-14T19:12:35.401" v="3170" actId="2696"/>
          <pc:sldLayoutMkLst>
            <pc:docMk/>
            <pc:sldMasterMk cId="0" sldId="2147483678"/>
            <pc:sldLayoutMk cId="0" sldId="2147483671"/>
          </pc:sldLayoutMkLst>
        </pc:sldLayoutChg>
        <pc:sldLayoutChg chg="del">
          <pc:chgData name="Caitlyn Lefebvre" userId="8c5197c8b1eab328" providerId="LiveId" clId="{E9EC0AD7-0E0A-41D3-9DC6-B6AA2E054CAD}" dt="2025-10-14T19:12:37.939" v="3171" actId="2696"/>
          <pc:sldLayoutMkLst>
            <pc:docMk/>
            <pc:sldMasterMk cId="0" sldId="2147483678"/>
            <pc:sldLayoutMk cId="0" sldId="2147483672"/>
          </pc:sldLayoutMkLst>
        </pc:sldLayoutChg>
      </pc:sldMasterChg>
      <pc:sldMasterChg chg="del delSldLayout">
        <pc:chgData name="Caitlyn Lefebvre" userId="8c5197c8b1eab328" providerId="LiveId" clId="{E9EC0AD7-0E0A-41D3-9DC6-B6AA2E054CAD}" dt="2025-10-14T19:14:06.917" v="3206" actId="2696"/>
        <pc:sldMasterMkLst>
          <pc:docMk/>
          <pc:sldMasterMk cId="0" sldId="2147483679"/>
        </pc:sldMasterMkLst>
        <pc:sldLayoutChg chg="del">
          <pc:chgData name="Caitlyn Lefebvre" userId="8c5197c8b1eab328" providerId="LiveId" clId="{E9EC0AD7-0E0A-41D3-9DC6-B6AA2E054CAD}" dt="2025-10-14T19:14:06.917" v="3206" actId="2696"/>
          <pc:sldLayoutMkLst>
            <pc:docMk/>
            <pc:sldMasterMk cId="0" sldId="2147483679"/>
            <pc:sldLayoutMk cId="0" sldId="2147483676"/>
          </pc:sldLayoutMkLst>
        </pc:sldLayoutChg>
        <pc:sldLayoutChg chg="del">
          <pc:chgData name="Caitlyn Lefebvre" userId="8c5197c8b1eab328" providerId="LiveId" clId="{E9EC0AD7-0E0A-41D3-9DC6-B6AA2E054CAD}" dt="2025-10-14T19:14:04.184" v="3205" actId="2696"/>
          <pc:sldLayoutMkLst>
            <pc:docMk/>
            <pc:sldMasterMk cId="0" sldId="2147483679"/>
            <pc:sldLayoutMk cId="0" sldId="2147483677"/>
          </pc:sldLayoutMkLst>
        </pc:sldLayoutChg>
      </pc:sldMasterChg>
    </pc:docChg>
  </pc:docChgLst>
  <pc:docChgLst>
    <pc:chgData name="Guest User" providerId="Windows Live" clId="Web-{8990EC3F-907D-80D6-6D75-877EF3BADA28}"/>
    <pc:docChg chg="addSld modSld">
      <pc:chgData name="Guest User" userId="" providerId="Windows Live" clId="Web-{8990EC3F-907D-80D6-6D75-877EF3BADA28}" dt="2025-10-15T15:06:10.601" v="24" actId="20577"/>
      <pc:docMkLst>
        <pc:docMk/>
      </pc:docMkLst>
      <pc:sldChg chg="addSp modSp">
        <pc:chgData name="Guest User" userId="" providerId="Windows Live" clId="Web-{8990EC3F-907D-80D6-6D75-877EF3BADA28}" dt="2025-10-15T02:23:23.483" v="12" actId="1076"/>
        <pc:sldMkLst>
          <pc:docMk/>
          <pc:sldMk cId="0" sldId="257"/>
        </pc:sldMkLst>
        <pc:picChg chg="add mod">
          <ac:chgData name="Guest User" userId="" providerId="Windows Live" clId="Web-{8990EC3F-907D-80D6-6D75-877EF3BADA28}" dt="2025-10-15T02:23:23.483" v="12" actId="1076"/>
          <ac:picMkLst>
            <pc:docMk/>
            <pc:sldMk cId="0" sldId="257"/>
            <ac:picMk id="2" creationId="{1D7FCF3A-9797-46BB-BBA2-B1F6FF989137}"/>
          </ac:picMkLst>
        </pc:picChg>
        <pc:picChg chg="add mod">
          <ac:chgData name="Guest User" userId="" providerId="Windows Live" clId="Web-{8990EC3F-907D-80D6-6D75-877EF3BADA28}" dt="2025-10-15T02:23:17.731" v="10" actId="1076"/>
          <ac:picMkLst>
            <pc:docMk/>
            <pc:sldMk cId="0" sldId="257"/>
            <ac:picMk id="3" creationId="{CCF7CAB1-712B-FE85-5080-E42E41D67380}"/>
          </ac:picMkLst>
        </pc:picChg>
      </pc:sldChg>
      <pc:sldChg chg="modSp">
        <pc:chgData name="Guest User" userId="" providerId="Windows Live" clId="Web-{8990EC3F-907D-80D6-6D75-877EF3BADA28}" dt="2025-10-15T15:06:10.601" v="24" actId="20577"/>
        <pc:sldMkLst>
          <pc:docMk/>
          <pc:sldMk cId="0" sldId="265"/>
        </pc:sldMkLst>
        <pc:spChg chg="mod">
          <ac:chgData name="Guest User" userId="" providerId="Windows Live" clId="Web-{8990EC3F-907D-80D6-6D75-877EF3BADA28}" dt="2025-10-15T15:06:10.601" v="24" actId="20577"/>
          <ac:spMkLst>
            <pc:docMk/>
            <pc:sldMk cId="0" sldId="265"/>
            <ac:spMk id="435" creationId="{00000000-0000-0000-0000-000000000000}"/>
          </ac:spMkLst>
        </pc:spChg>
      </pc:sldChg>
      <pc:sldChg chg="addSp modSp add replId">
        <pc:chgData name="Guest User" userId="" providerId="Windows Live" clId="Web-{8990EC3F-907D-80D6-6D75-877EF3BADA28}" dt="2025-10-15T02:24:13.373" v="20" actId="1076"/>
        <pc:sldMkLst>
          <pc:docMk/>
          <pc:sldMk cId="2799576854" sldId="291"/>
        </pc:sldMkLst>
        <pc:picChg chg="add mod">
          <ac:chgData name="Guest User" userId="" providerId="Windows Live" clId="Web-{8990EC3F-907D-80D6-6D75-877EF3BADA28}" dt="2025-10-15T02:24:13.373" v="20" actId="1076"/>
          <ac:picMkLst>
            <pc:docMk/>
            <pc:sldMk cId="2799576854" sldId="291"/>
            <ac:picMk id="2" creationId="{0C3C3489-5E71-6A20-35FB-AFA1D835F244}"/>
          </ac:picMkLst>
        </pc:picChg>
      </pc:sldChg>
      <pc:sldChg chg="addSp modSp add replId">
        <pc:chgData name="Guest User" userId="" providerId="Windows Live" clId="Web-{8990EC3F-907D-80D6-6D75-877EF3BADA28}" dt="2025-10-15T02:23:54.056" v="18" actId="1076"/>
        <pc:sldMkLst>
          <pc:docMk/>
          <pc:sldMk cId="2161668108" sldId="292"/>
        </pc:sldMkLst>
        <pc:picChg chg="add mod">
          <ac:chgData name="Guest User" userId="" providerId="Windows Live" clId="Web-{8990EC3F-907D-80D6-6D75-877EF3BADA28}" dt="2025-10-15T02:23:54.056" v="18" actId="1076"/>
          <ac:picMkLst>
            <pc:docMk/>
            <pc:sldMk cId="2161668108" sldId="292"/>
            <ac:picMk id="2" creationId="{79A4A6B0-C576-0A9B-1F97-C1595BA8B490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g25eb5bab759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7" name="Google Shape;297;g25eb5bab759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g54dda1946d_6_3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8" name="Google Shape;398;g54dda1946d_6_3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g54dda1946d_6_2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1" name="Google Shape;361;g54dda1946d_6_2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g14072739ea5_12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9" name="Google Shape;389;g14072739ea5_12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g54dda1946d_6_3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5" name="Google Shape;415;g54dda1946d_6_3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gd431007ba2_0_2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3" name="Google Shape;313;gd431007ba2_0_2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1">
          <a:extLst>
            <a:ext uri="{FF2B5EF4-FFF2-40B4-BE49-F238E27FC236}">
              <a16:creationId xmlns:a16="http://schemas.microsoft.com/office/drawing/2014/main" id="{BAC97484-8E58-ADCC-8FB7-226F04A138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gd431007ba2_0_208:notes">
            <a:extLst>
              <a:ext uri="{FF2B5EF4-FFF2-40B4-BE49-F238E27FC236}">
                <a16:creationId xmlns:a16="http://schemas.microsoft.com/office/drawing/2014/main" id="{89829285-9132-37F0-7ACC-319EAB36285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3" name="Google Shape;313;gd431007ba2_0_208:notes">
            <a:extLst>
              <a:ext uri="{FF2B5EF4-FFF2-40B4-BE49-F238E27FC236}">
                <a16:creationId xmlns:a16="http://schemas.microsoft.com/office/drawing/2014/main" id="{B592FEB9-DB73-596D-66BD-4B78DD556C1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0800106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1">
          <a:extLst>
            <a:ext uri="{FF2B5EF4-FFF2-40B4-BE49-F238E27FC236}">
              <a16:creationId xmlns:a16="http://schemas.microsoft.com/office/drawing/2014/main" id="{67FE7F07-50B6-EDF9-4CE0-B56BEAF0C7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gd431007ba2_0_208:notes">
            <a:extLst>
              <a:ext uri="{FF2B5EF4-FFF2-40B4-BE49-F238E27FC236}">
                <a16:creationId xmlns:a16="http://schemas.microsoft.com/office/drawing/2014/main" id="{BE604DC0-F491-9305-0CCC-0495E64F522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3" name="Google Shape;313;gd431007ba2_0_208:notes">
            <a:extLst>
              <a:ext uri="{FF2B5EF4-FFF2-40B4-BE49-F238E27FC236}">
                <a16:creationId xmlns:a16="http://schemas.microsoft.com/office/drawing/2014/main" id="{18C6BDC6-3E0F-EEF7-1F9F-33F524279EF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4272427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g25eb5bab759_0_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7" name="Google Shape;327;g25eb5bab759_0_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200" i="1">
              <a:solidFill>
                <a:srgbClr val="595959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g54dda1946d_6_3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2" name="Google Shape;432;g54dda1946d_6_3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2" name="Google Shape;782;gd5260bdd85_0_3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3" name="Google Shape;783;gd5260bdd85_0_3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2" name="Google Shape;932;g135e18421cc_13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3" name="Google Shape;933;g135e18421cc_13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4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2.png"/><Relationship Id="rId5" Type="http://schemas.openxmlformats.org/officeDocument/2006/relationships/image" Target="../media/image10.png"/><Relationship Id="rId4" Type="http://schemas.openxmlformats.org/officeDocument/2006/relationships/image" Target="../media/image11.png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3.png"/><Relationship Id="rId7" Type="http://schemas.openxmlformats.org/officeDocument/2006/relationships/image" Target="../media/image1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0.png"/><Relationship Id="rId4" Type="http://schemas.openxmlformats.org/officeDocument/2006/relationships/image" Target="../media/image1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18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0.png"/><Relationship Id="rId5" Type="http://schemas.openxmlformats.org/officeDocument/2006/relationships/image" Target="../media/image7.png"/><Relationship Id="rId4" Type="http://schemas.openxmlformats.org/officeDocument/2006/relationships/image" Target="../media/image1.png"/></Relationships>
</file>

<file path=ppt/slideLayouts/_rels/slideLayout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6.png"/><Relationship Id="rId7" Type="http://schemas.openxmlformats.org/officeDocument/2006/relationships/image" Target="../media/image19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3.png"/><Relationship Id="rId5" Type="http://schemas.openxmlformats.org/officeDocument/2006/relationships/image" Target="../media/image11.png"/><Relationship Id="rId4" Type="http://schemas.openxmlformats.org/officeDocument/2006/relationships/image" Target="../media/image1.png"/></Relationships>
</file>

<file path=ppt/slideLayouts/_rels/slideLayout11.xml.rels><?xml version="1.0" encoding="UTF-8" standalone="yes"?>
<Relationships xmlns="http://schemas.openxmlformats.org/package/2006/relationships"><Relationship Id="rId8" Type="http://schemas.openxmlformats.org/officeDocument/2006/relationships/hyperlink" Target="http://bit.ly/2TtBDfr" TargetMode="External"/><Relationship Id="rId3" Type="http://schemas.openxmlformats.org/officeDocument/2006/relationships/image" Target="../media/image2.png"/><Relationship Id="rId7" Type="http://schemas.openxmlformats.org/officeDocument/2006/relationships/hyperlink" Target="http://bit.ly/2TyoMsr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hyperlink" Target="https://bit.ly/3A1uf1Q" TargetMode="External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20.pn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9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478017" y="3724812"/>
            <a:ext cx="4725356" cy="19178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Google Shape;10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22663" y="3160823"/>
            <a:ext cx="4472326" cy="1753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Google Shape;11;p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178150" y="3829584"/>
            <a:ext cx="5166700" cy="1496016"/>
          </a:xfrm>
          <a:prstGeom prst="rect">
            <a:avLst/>
          </a:prstGeom>
          <a:noFill/>
          <a:ln>
            <a:noFill/>
          </a:ln>
        </p:spPr>
      </p:pic>
      <p:pic>
        <p:nvPicPr>
          <p:cNvPr id="12" name="Google Shape;12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1143958" y="2686412"/>
            <a:ext cx="4725356" cy="19178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-407874" y="3801823"/>
            <a:ext cx="5166700" cy="1551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Google Shape;14;p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203363" y="963700"/>
            <a:ext cx="2110351" cy="3424701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Google Shape;15;p2"/>
          <p:cNvSpPr txBox="1">
            <a:spLocks noGrp="1"/>
          </p:cNvSpPr>
          <p:nvPr>
            <p:ph type="ctrTitle"/>
          </p:nvPr>
        </p:nvSpPr>
        <p:spPr>
          <a:xfrm>
            <a:off x="1895100" y="607775"/>
            <a:ext cx="5058000" cy="2178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70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subTitle" idx="1"/>
          </p:nvPr>
        </p:nvSpPr>
        <p:spPr>
          <a:xfrm>
            <a:off x="2413725" y="2786550"/>
            <a:ext cx="4214700" cy="47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 txBox="1">
            <a:spLocks noGrp="1"/>
          </p:cNvSpPr>
          <p:nvPr>
            <p:ph type="title"/>
          </p:nvPr>
        </p:nvSpPr>
        <p:spPr>
          <a:xfrm>
            <a:off x="720000" y="377143"/>
            <a:ext cx="7704000" cy="60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body" idx="1"/>
          </p:nvPr>
        </p:nvSpPr>
        <p:spPr>
          <a:xfrm>
            <a:off x="720000" y="1145452"/>
            <a:ext cx="77040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 sz="1200"/>
            </a:lvl1pPr>
            <a:lvl2pPr marL="914400" lvl="1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2pPr>
            <a:lvl3pPr marL="1371600" lvl="2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3pPr>
            <a:lvl4pPr marL="1828800" lvl="3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4pPr>
            <a:lvl5pPr marL="2286000" lvl="4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5pPr>
            <a:lvl6pPr marL="2743200" lvl="5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6pPr>
            <a:lvl7pPr marL="3200400" lvl="6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7pPr>
            <a:lvl8pPr marL="3657600" lvl="7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8pPr>
            <a:lvl9pPr marL="4114800" lvl="8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9pPr>
          </a:lstStyle>
          <a:p>
            <a:endParaRPr/>
          </a:p>
        </p:txBody>
      </p:sp>
      <p:pic>
        <p:nvPicPr>
          <p:cNvPr id="28" name="Google Shape;28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7461474" flipH="1">
            <a:off x="-233348" y="213207"/>
            <a:ext cx="561595" cy="361432"/>
          </a:xfrm>
          <a:prstGeom prst="rect">
            <a:avLst/>
          </a:prstGeom>
          <a:noFill/>
          <a:ln>
            <a:noFill/>
          </a:ln>
        </p:spPr>
      </p:pic>
      <p:pic>
        <p:nvPicPr>
          <p:cNvPr id="29" name="Google Shape;29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7461502">
            <a:off x="7175027" y="4945405"/>
            <a:ext cx="422771" cy="27209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" name="Google Shape;30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7461505">
            <a:off x="-94071" y="3068602"/>
            <a:ext cx="386240" cy="248579"/>
          </a:xfrm>
          <a:prstGeom prst="rect">
            <a:avLst/>
          </a:prstGeom>
          <a:noFill/>
          <a:ln>
            <a:noFill/>
          </a:ln>
        </p:spPr>
      </p:pic>
      <p:pic>
        <p:nvPicPr>
          <p:cNvPr id="31" name="Google Shape;31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7461474" flipH="1">
            <a:off x="8860214" y="3376745"/>
            <a:ext cx="561595" cy="361432"/>
          </a:xfrm>
          <a:prstGeom prst="rect">
            <a:avLst/>
          </a:prstGeom>
          <a:noFill/>
          <a:ln>
            <a:noFill/>
          </a:ln>
        </p:spPr>
      </p:pic>
      <p:pic>
        <p:nvPicPr>
          <p:cNvPr id="32" name="Google Shape;32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7461550">
            <a:off x="8720860" y="-85546"/>
            <a:ext cx="626694" cy="403336"/>
          </a:xfrm>
          <a:prstGeom prst="rect">
            <a:avLst/>
          </a:prstGeom>
          <a:noFill/>
          <a:ln>
            <a:noFill/>
          </a:ln>
        </p:spPr>
      </p:pic>
      <p:pic>
        <p:nvPicPr>
          <p:cNvPr id="33" name="Google Shape;33;p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68239" y="4424052"/>
            <a:ext cx="3043574" cy="1056624"/>
          </a:xfrm>
          <a:prstGeom prst="rect">
            <a:avLst/>
          </a:prstGeom>
          <a:noFill/>
          <a:ln>
            <a:noFill/>
          </a:ln>
        </p:spPr>
      </p:pic>
      <p:pic>
        <p:nvPicPr>
          <p:cNvPr id="34" name="Google Shape;34;p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-867811" y="4424052"/>
            <a:ext cx="3043574" cy="10566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5"/>
          <p:cNvSpPr txBox="1">
            <a:spLocks noGrp="1"/>
          </p:cNvSpPr>
          <p:nvPr>
            <p:ph type="subTitle" idx="1"/>
          </p:nvPr>
        </p:nvSpPr>
        <p:spPr>
          <a:xfrm>
            <a:off x="4885859" y="3387799"/>
            <a:ext cx="2505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38" name="Google Shape;38;p5"/>
          <p:cNvSpPr txBox="1">
            <a:spLocks noGrp="1"/>
          </p:cNvSpPr>
          <p:nvPr>
            <p:ph type="subTitle" idx="2"/>
          </p:nvPr>
        </p:nvSpPr>
        <p:spPr>
          <a:xfrm>
            <a:off x="1752775" y="3387811"/>
            <a:ext cx="2505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39" name="Google Shape;39;p5"/>
          <p:cNvSpPr txBox="1">
            <a:spLocks noGrp="1"/>
          </p:cNvSpPr>
          <p:nvPr>
            <p:ph type="subTitle" idx="3"/>
          </p:nvPr>
        </p:nvSpPr>
        <p:spPr>
          <a:xfrm>
            <a:off x="4885850" y="3049340"/>
            <a:ext cx="2505600" cy="394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Style Script"/>
                <a:ea typeface="Style Script"/>
                <a:cs typeface="Style Script"/>
                <a:sym typeface="Style Scrip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40" name="Google Shape;40;p5"/>
          <p:cNvSpPr txBox="1">
            <a:spLocks noGrp="1"/>
          </p:cNvSpPr>
          <p:nvPr>
            <p:ph type="subTitle" idx="4"/>
          </p:nvPr>
        </p:nvSpPr>
        <p:spPr>
          <a:xfrm>
            <a:off x="1752550" y="3049353"/>
            <a:ext cx="2505600" cy="394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Style Script"/>
                <a:ea typeface="Style Script"/>
                <a:cs typeface="Style Script"/>
                <a:sym typeface="Style Scrip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pic>
        <p:nvPicPr>
          <p:cNvPr id="41" name="Google Shape;41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>
            <a:off x="5739392" y="3504512"/>
            <a:ext cx="4725356" cy="1917849"/>
          </a:xfrm>
          <a:prstGeom prst="rect">
            <a:avLst/>
          </a:prstGeom>
          <a:noFill/>
          <a:ln>
            <a:noFill/>
          </a:ln>
        </p:spPr>
      </p:pic>
      <p:pic>
        <p:nvPicPr>
          <p:cNvPr id="42" name="Google Shape;42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1738458" y="3663712"/>
            <a:ext cx="4725356" cy="1917849"/>
          </a:xfrm>
          <a:prstGeom prst="rect">
            <a:avLst/>
          </a:prstGeom>
          <a:noFill/>
          <a:ln>
            <a:noFill/>
          </a:ln>
        </p:spPr>
      </p:pic>
      <p:pic>
        <p:nvPicPr>
          <p:cNvPr id="43" name="Google Shape;43;p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-64198" y="4539225"/>
            <a:ext cx="5227648" cy="1294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4" name="Google Shape;44;p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>
            <a:off x="4089325" y="4270933"/>
            <a:ext cx="4991375" cy="1498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5" name="Google Shape;45;p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03176" y="2455862"/>
            <a:ext cx="1020100" cy="2551826"/>
          </a:xfrm>
          <a:prstGeom prst="rect">
            <a:avLst/>
          </a:prstGeom>
          <a:noFill/>
          <a:ln>
            <a:noFill/>
          </a:ln>
        </p:spPr>
      </p:pic>
      <p:pic>
        <p:nvPicPr>
          <p:cNvPr id="46" name="Google Shape;46;p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661750" y="2716723"/>
            <a:ext cx="1418950" cy="1875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7" name="Google Shape;47;p5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14489" y="4494362"/>
            <a:ext cx="1849275" cy="1294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48" name="Google Shape;48;p5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 flipH="1">
            <a:off x="7294714" y="4270937"/>
            <a:ext cx="1849275" cy="1294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7"/>
          <p:cNvSpPr txBox="1">
            <a:spLocks noGrp="1"/>
          </p:cNvSpPr>
          <p:nvPr>
            <p:ph type="title"/>
          </p:nvPr>
        </p:nvSpPr>
        <p:spPr>
          <a:xfrm>
            <a:off x="1163075" y="1080700"/>
            <a:ext cx="3950700" cy="6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7"/>
          <p:cNvSpPr txBox="1">
            <a:spLocks noGrp="1"/>
          </p:cNvSpPr>
          <p:nvPr>
            <p:ph type="subTitle" idx="1"/>
          </p:nvPr>
        </p:nvSpPr>
        <p:spPr>
          <a:xfrm>
            <a:off x="1163074" y="1821675"/>
            <a:ext cx="3950700" cy="2298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Nunito Light"/>
              <a:buChar char="●"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600"/>
              <a:buFont typeface="Nunito Light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E76A28"/>
              </a:buClr>
              <a:buSzPts val="1400"/>
              <a:buFont typeface="Nunito Light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9pPr>
          </a:lstStyle>
          <a:p>
            <a:endParaRPr/>
          </a:p>
        </p:txBody>
      </p:sp>
      <p:pic>
        <p:nvPicPr>
          <p:cNvPr id="60" name="Google Shape;60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659150" y="3882050"/>
            <a:ext cx="5584527" cy="1832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1" name="Google Shape;61;p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298202" y="4190600"/>
            <a:ext cx="1562700" cy="1093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9"/>
          <p:cNvSpPr txBox="1">
            <a:spLocks noGrp="1"/>
          </p:cNvSpPr>
          <p:nvPr>
            <p:ph type="title"/>
          </p:nvPr>
        </p:nvSpPr>
        <p:spPr>
          <a:xfrm>
            <a:off x="3335762" y="1053575"/>
            <a:ext cx="4748400" cy="1460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9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9"/>
          <p:cNvSpPr txBox="1">
            <a:spLocks noGrp="1"/>
          </p:cNvSpPr>
          <p:nvPr>
            <p:ph type="subTitle" idx="1"/>
          </p:nvPr>
        </p:nvSpPr>
        <p:spPr>
          <a:xfrm>
            <a:off x="3335762" y="2437950"/>
            <a:ext cx="4748400" cy="67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76" name="Google Shape;76;p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>
            <a:off x="-425886" y="2832242"/>
            <a:ext cx="4991375" cy="1445257"/>
          </a:xfrm>
          <a:prstGeom prst="rect">
            <a:avLst/>
          </a:prstGeom>
          <a:noFill/>
          <a:ln>
            <a:noFill/>
          </a:ln>
        </p:spPr>
      </p:pic>
      <p:pic>
        <p:nvPicPr>
          <p:cNvPr id="77" name="Google Shape;77;p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35864" y="3808000"/>
            <a:ext cx="5590098" cy="1498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8" name="Google Shape;78;p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727338" y="4108825"/>
            <a:ext cx="6585349" cy="1498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flipH="1">
            <a:off x="7720613" y="3558300"/>
            <a:ext cx="1849275" cy="1294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80" name="Google Shape;80;p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-69799" y="3427338"/>
            <a:ext cx="2955474" cy="2353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_1_1_1_1_1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3"/>
          <p:cNvSpPr txBox="1">
            <a:spLocks noGrp="1"/>
          </p:cNvSpPr>
          <p:nvPr>
            <p:ph type="title"/>
          </p:nvPr>
        </p:nvSpPr>
        <p:spPr>
          <a:xfrm>
            <a:off x="3426000" y="383775"/>
            <a:ext cx="4998000" cy="61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>
            <a:endParaRPr/>
          </a:p>
        </p:txBody>
      </p:sp>
      <p:sp>
        <p:nvSpPr>
          <p:cNvPr id="96" name="Google Shape;96;p13"/>
          <p:cNvSpPr txBox="1">
            <a:spLocks noGrp="1"/>
          </p:cNvSpPr>
          <p:nvPr>
            <p:ph type="subTitle" idx="1"/>
          </p:nvPr>
        </p:nvSpPr>
        <p:spPr>
          <a:xfrm>
            <a:off x="3203030" y="2092038"/>
            <a:ext cx="24051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7" name="Google Shape;97;p13"/>
          <p:cNvSpPr txBox="1">
            <a:spLocks noGrp="1"/>
          </p:cNvSpPr>
          <p:nvPr>
            <p:ph type="subTitle" idx="2"/>
          </p:nvPr>
        </p:nvSpPr>
        <p:spPr>
          <a:xfrm>
            <a:off x="6018902" y="2092038"/>
            <a:ext cx="24051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8" name="Google Shape;98;p13"/>
          <p:cNvSpPr txBox="1">
            <a:spLocks noGrp="1"/>
          </p:cNvSpPr>
          <p:nvPr>
            <p:ph type="subTitle" idx="3"/>
          </p:nvPr>
        </p:nvSpPr>
        <p:spPr>
          <a:xfrm>
            <a:off x="6018882" y="3615175"/>
            <a:ext cx="24051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9" name="Google Shape;99;p13"/>
          <p:cNvSpPr txBox="1">
            <a:spLocks noGrp="1"/>
          </p:cNvSpPr>
          <p:nvPr>
            <p:ph type="subTitle" idx="4"/>
          </p:nvPr>
        </p:nvSpPr>
        <p:spPr>
          <a:xfrm>
            <a:off x="3203025" y="3615200"/>
            <a:ext cx="24051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0" name="Google Shape;100;p13"/>
          <p:cNvSpPr txBox="1">
            <a:spLocks noGrp="1"/>
          </p:cNvSpPr>
          <p:nvPr>
            <p:ph type="title" idx="5" hasCustomPrompt="1"/>
          </p:nvPr>
        </p:nvSpPr>
        <p:spPr>
          <a:xfrm>
            <a:off x="4064002" y="1274228"/>
            <a:ext cx="734700" cy="44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01" name="Google Shape;101;p13"/>
          <p:cNvSpPr txBox="1">
            <a:spLocks noGrp="1"/>
          </p:cNvSpPr>
          <p:nvPr>
            <p:ph type="title" idx="6" hasCustomPrompt="1"/>
          </p:nvPr>
        </p:nvSpPr>
        <p:spPr>
          <a:xfrm>
            <a:off x="6854090" y="2794516"/>
            <a:ext cx="734700" cy="44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02" name="Google Shape;102;p13"/>
          <p:cNvSpPr txBox="1">
            <a:spLocks noGrp="1"/>
          </p:cNvSpPr>
          <p:nvPr>
            <p:ph type="title" idx="7" hasCustomPrompt="1"/>
          </p:nvPr>
        </p:nvSpPr>
        <p:spPr>
          <a:xfrm>
            <a:off x="6854090" y="1274228"/>
            <a:ext cx="734700" cy="44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03" name="Google Shape;103;p13"/>
          <p:cNvSpPr txBox="1">
            <a:spLocks noGrp="1"/>
          </p:cNvSpPr>
          <p:nvPr>
            <p:ph type="title" idx="8" hasCustomPrompt="1"/>
          </p:nvPr>
        </p:nvSpPr>
        <p:spPr>
          <a:xfrm>
            <a:off x="4064002" y="2794533"/>
            <a:ext cx="734700" cy="44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04" name="Google Shape;104;p13"/>
          <p:cNvSpPr txBox="1">
            <a:spLocks noGrp="1"/>
          </p:cNvSpPr>
          <p:nvPr>
            <p:ph type="subTitle" idx="9"/>
          </p:nvPr>
        </p:nvSpPr>
        <p:spPr>
          <a:xfrm>
            <a:off x="3203030" y="1801550"/>
            <a:ext cx="2405100" cy="394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Style Script"/>
                <a:ea typeface="Style Script"/>
                <a:cs typeface="Style Script"/>
                <a:sym typeface="Style Scrip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05" name="Google Shape;105;p13"/>
          <p:cNvSpPr txBox="1">
            <a:spLocks noGrp="1"/>
          </p:cNvSpPr>
          <p:nvPr>
            <p:ph type="subTitle" idx="13"/>
          </p:nvPr>
        </p:nvSpPr>
        <p:spPr>
          <a:xfrm>
            <a:off x="6018908" y="1801550"/>
            <a:ext cx="2405100" cy="394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Style Script"/>
                <a:ea typeface="Style Script"/>
                <a:cs typeface="Style Script"/>
                <a:sym typeface="Style Scrip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06" name="Google Shape;106;p13"/>
          <p:cNvSpPr txBox="1">
            <a:spLocks noGrp="1"/>
          </p:cNvSpPr>
          <p:nvPr>
            <p:ph type="subTitle" idx="14"/>
          </p:nvPr>
        </p:nvSpPr>
        <p:spPr>
          <a:xfrm>
            <a:off x="3203030" y="3324713"/>
            <a:ext cx="2405100" cy="394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Style Script"/>
                <a:ea typeface="Style Script"/>
                <a:cs typeface="Style Script"/>
                <a:sym typeface="Style Scrip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07" name="Google Shape;107;p13"/>
          <p:cNvSpPr txBox="1">
            <a:spLocks noGrp="1"/>
          </p:cNvSpPr>
          <p:nvPr>
            <p:ph type="subTitle" idx="15"/>
          </p:nvPr>
        </p:nvSpPr>
        <p:spPr>
          <a:xfrm>
            <a:off x="6018882" y="3324763"/>
            <a:ext cx="2405100" cy="394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Style Script"/>
                <a:ea typeface="Style Script"/>
                <a:cs typeface="Style Script"/>
                <a:sym typeface="Style Scrip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pic>
        <p:nvPicPr>
          <p:cNvPr id="108" name="Google Shape;108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1205483" y="2878737"/>
            <a:ext cx="4725356" cy="19178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-432126" y="3920350"/>
            <a:ext cx="6173701" cy="19178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-628319" y="3367637"/>
            <a:ext cx="3131566" cy="170188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1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861766" y="3980153"/>
            <a:ext cx="523192" cy="919071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1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95096" y="2390869"/>
            <a:ext cx="1169919" cy="12150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" name="Google Shape;113;p13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85905" y="2637193"/>
            <a:ext cx="1071140" cy="106216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" name="Google Shape;114;p13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-247552" y="4249938"/>
            <a:ext cx="1562700" cy="1093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1">
  <p:cSld name="TITLE_AND_TWO_COLUMNS_1"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0"/>
          <p:cNvSpPr txBox="1">
            <a:spLocks noGrp="1"/>
          </p:cNvSpPr>
          <p:nvPr>
            <p:ph type="title"/>
          </p:nvPr>
        </p:nvSpPr>
        <p:spPr>
          <a:xfrm>
            <a:off x="720000" y="376434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>
            <a:endParaRPr/>
          </a:p>
        </p:txBody>
      </p:sp>
      <p:sp>
        <p:nvSpPr>
          <p:cNvPr id="159" name="Google Shape;159;p20"/>
          <p:cNvSpPr txBox="1">
            <a:spLocks noGrp="1"/>
          </p:cNvSpPr>
          <p:nvPr>
            <p:ph type="subTitle" idx="1"/>
          </p:nvPr>
        </p:nvSpPr>
        <p:spPr>
          <a:xfrm>
            <a:off x="4923185" y="2395535"/>
            <a:ext cx="2505600" cy="1010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0" name="Google Shape;160;p20"/>
          <p:cNvSpPr txBox="1">
            <a:spLocks noGrp="1"/>
          </p:cNvSpPr>
          <p:nvPr>
            <p:ph type="subTitle" idx="2"/>
          </p:nvPr>
        </p:nvSpPr>
        <p:spPr>
          <a:xfrm>
            <a:off x="1715313" y="2395535"/>
            <a:ext cx="2505600" cy="1010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1" name="Google Shape;161;p20"/>
          <p:cNvSpPr txBox="1">
            <a:spLocks noGrp="1"/>
          </p:cNvSpPr>
          <p:nvPr>
            <p:ph type="subTitle" idx="3"/>
          </p:nvPr>
        </p:nvSpPr>
        <p:spPr>
          <a:xfrm>
            <a:off x="1715200" y="1836638"/>
            <a:ext cx="2505600" cy="558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Style Script"/>
                <a:ea typeface="Style Script"/>
                <a:cs typeface="Style Script"/>
                <a:sym typeface="Style Scrip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62" name="Google Shape;162;p20"/>
          <p:cNvSpPr txBox="1">
            <a:spLocks noGrp="1"/>
          </p:cNvSpPr>
          <p:nvPr>
            <p:ph type="subTitle" idx="4"/>
          </p:nvPr>
        </p:nvSpPr>
        <p:spPr>
          <a:xfrm>
            <a:off x="4923075" y="1836638"/>
            <a:ext cx="2505600" cy="558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Style Script"/>
                <a:ea typeface="Style Script"/>
                <a:cs typeface="Style Script"/>
                <a:sym typeface="Style Scrip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pic>
        <p:nvPicPr>
          <p:cNvPr id="163" name="Google Shape;163;p2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509285" y="4225138"/>
            <a:ext cx="3317386" cy="969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4" name="Google Shape;164;p2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113385" y="4452913"/>
            <a:ext cx="3317386" cy="969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7301480">
            <a:off x="-195504" y="4347584"/>
            <a:ext cx="515533" cy="331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" name="Google Shape;166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-1117551" y="3796268"/>
            <a:ext cx="4168519" cy="1691861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" name="Google Shape;167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19998" y="4276750"/>
            <a:ext cx="1562700" cy="1093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2">
  <p:cSld name="TITLE_AND_TWO_COLUMNS_1_1"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1"/>
          <p:cNvSpPr txBox="1">
            <a:spLocks noGrp="1"/>
          </p:cNvSpPr>
          <p:nvPr>
            <p:ph type="subTitle" idx="1"/>
          </p:nvPr>
        </p:nvSpPr>
        <p:spPr>
          <a:xfrm>
            <a:off x="1185350" y="1359525"/>
            <a:ext cx="3027000" cy="287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0" name="Google Shape;170;p21"/>
          <p:cNvSpPr txBox="1">
            <a:spLocks noGrp="1"/>
          </p:cNvSpPr>
          <p:nvPr>
            <p:ph type="title"/>
          </p:nvPr>
        </p:nvSpPr>
        <p:spPr>
          <a:xfrm>
            <a:off x="720000" y="381789"/>
            <a:ext cx="7704000" cy="60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>
            <a:endParaRPr/>
          </a:p>
        </p:txBody>
      </p:sp>
      <p:sp>
        <p:nvSpPr>
          <p:cNvPr id="171" name="Google Shape;171;p21"/>
          <p:cNvSpPr txBox="1">
            <a:spLocks noGrp="1"/>
          </p:cNvSpPr>
          <p:nvPr>
            <p:ph type="subTitle" idx="2"/>
          </p:nvPr>
        </p:nvSpPr>
        <p:spPr>
          <a:xfrm>
            <a:off x="5060806" y="1359525"/>
            <a:ext cx="3027000" cy="287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172" name="Google Shape;172;p2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7461474" flipH="1">
            <a:off x="124777" y="213207"/>
            <a:ext cx="561595" cy="361432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p2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7461435">
            <a:off x="8681556" y="1425121"/>
            <a:ext cx="441334" cy="284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2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7461505">
            <a:off x="-94071" y="3068602"/>
            <a:ext cx="386240" cy="248579"/>
          </a:xfrm>
          <a:prstGeom prst="rect">
            <a:avLst/>
          </a:prstGeom>
          <a:noFill/>
          <a:ln>
            <a:noFill/>
          </a:ln>
        </p:spPr>
      </p:pic>
      <p:pic>
        <p:nvPicPr>
          <p:cNvPr id="175" name="Google Shape;175;p2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7461435">
            <a:off x="7761056" y="-85229"/>
            <a:ext cx="441334" cy="284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" name="Google Shape;176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48619" y="3699479"/>
            <a:ext cx="3945305" cy="1546546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" name="Google Shape;177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-1117551" y="3796268"/>
            <a:ext cx="4168519" cy="1691861"/>
          </a:xfrm>
          <a:prstGeom prst="rect">
            <a:avLst/>
          </a:prstGeom>
          <a:noFill/>
          <a:ln>
            <a:noFill/>
          </a:ln>
        </p:spPr>
      </p:pic>
      <p:pic>
        <p:nvPicPr>
          <p:cNvPr id="178" name="Google Shape;178;p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628515" y="4385251"/>
            <a:ext cx="2795494" cy="970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79" name="Google Shape;179;p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flipH="1">
            <a:off x="-226448" y="4428926"/>
            <a:ext cx="2795494" cy="970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80" name="Google Shape;180;p2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649648" y="4428925"/>
            <a:ext cx="1562700" cy="1093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1" name="Google Shape;181;p2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212347" y="4284886"/>
            <a:ext cx="1475630" cy="13819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82" name="Google Shape;182;p2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134651" y="4603996"/>
            <a:ext cx="981499" cy="919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3" name="Google Shape;183;p2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506551" y="4603996"/>
            <a:ext cx="981499" cy="919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CUSTOM_6"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5" name="Google Shape;185;p2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>
            <a:off x="-2376758" y="2874673"/>
            <a:ext cx="4472326" cy="1753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6" name="Google Shape;186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7301480" flipH="1">
            <a:off x="8635046" y="3655034"/>
            <a:ext cx="515533" cy="331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7" name="Google Shape;187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7301480">
            <a:off x="185671" y="680109"/>
            <a:ext cx="515533" cy="331775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22"/>
          <p:cNvSpPr txBox="1">
            <a:spLocks noGrp="1"/>
          </p:cNvSpPr>
          <p:nvPr>
            <p:ph type="title"/>
          </p:nvPr>
        </p:nvSpPr>
        <p:spPr>
          <a:xfrm>
            <a:off x="720000" y="381395"/>
            <a:ext cx="7704000" cy="67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>
            <a:endParaRPr/>
          </a:p>
        </p:txBody>
      </p:sp>
      <p:sp>
        <p:nvSpPr>
          <p:cNvPr id="189" name="Google Shape;189;p22"/>
          <p:cNvSpPr txBox="1">
            <a:spLocks noGrp="1"/>
          </p:cNvSpPr>
          <p:nvPr>
            <p:ph type="subTitle" idx="1"/>
          </p:nvPr>
        </p:nvSpPr>
        <p:spPr>
          <a:xfrm>
            <a:off x="937626" y="2136915"/>
            <a:ext cx="2175300" cy="86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0" name="Google Shape;190;p22"/>
          <p:cNvSpPr txBox="1">
            <a:spLocks noGrp="1"/>
          </p:cNvSpPr>
          <p:nvPr>
            <p:ph type="subTitle" idx="2"/>
          </p:nvPr>
        </p:nvSpPr>
        <p:spPr>
          <a:xfrm>
            <a:off x="3484347" y="2874965"/>
            <a:ext cx="2175300" cy="86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1" name="Google Shape;191;p22"/>
          <p:cNvSpPr txBox="1">
            <a:spLocks noGrp="1"/>
          </p:cNvSpPr>
          <p:nvPr>
            <p:ph type="subTitle" idx="3"/>
          </p:nvPr>
        </p:nvSpPr>
        <p:spPr>
          <a:xfrm>
            <a:off x="6031074" y="2136915"/>
            <a:ext cx="2175300" cy="86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2" name="Google Shape;192;p22"/>
          <p:cNvSpPr txBox="1">
            <a:spLocks noGrp="1"/>
          </p:cNvSpPr>
          <p:nvPr>
            <p:ph type="subTitle" idx="4"/>
          </p:nvPr>
        </p:nvSpPr>
        <p:spPr>
          <a:xfrm>
            <a:off x="937625" y="1682338"/>
            <a:ext cx="21753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Style Script"/>
                <a:ea typeface="Style Script"/>
                <a:cs typeface="Style Script"/>
                <a:sym typeface="Style Scrip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93" name="Google Shape;193;p22"/>
          <p:cNvSpPr txBox="1">
            <a:spLocks noGrp="1"/>
          </p:cNvSpPr>
          <p:nvPr>
            <p:ph type="subTitle" idx="5"/>
          </p:nvPr>
        </p:nvSpPr>
        <p:spPr>
          <a:xfrm>
            <a:off x="3484350" y="2420388"/>
            <a:ext cx="21753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Style Script"/>
                <a:ea typeface="Style Script"/>
                <a:cs typeface="Style Script"/>
                <a:sym typeface="Style Scrip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94" name="Google Shape;194;p22"/>
          <p:cNvSpPr txBox="1">
            <a:spLocks noGrp="1"/>
          </p:cNvSpPr>
          <p:nvPr>
            <p:ph type="subTitle" idx="6"/>
          </p:nvPr>
        </p:nvSpPr>
        <p:spPr>
          <a:xfrm>
            <a:off x="6031075" y="1682338"/>
            <a:ext cx="21753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Style Script"/>
                <a:ea typeface="Style Script"/>
                <a:cs typeface="Style Script"/>
                <a:sym typeface="Style Scrip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pic>
        <p:nvPicPr>
          <p:cNvPr id="195" name="Google Shape;195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7301480">
            <a:off x="8635046" y="140609"/>
            <a:ext cx="515533" cy="331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6" name="Google Shape;196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>
            <a:off x="4975474" y="3863168"/>
            <a:ext cx="4168519" cy="1691861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" name="Google Shape;197;p2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947776" y="4056150"/>
            <a:ext cx="5385421" cy="1498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p2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 flipH="1">
            <a:off x="-318973" y="4258300"/>
            <a:ext cx="6937748" cy="1832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9" name="Google Shape;199;p2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-400872" y="2906562"/>
            <a:ext cx="1567746" cy="2022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00" name="Google Shape;200;p22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7914250" y="2807761"/>
            <a:ext cx="1418950" cy="1875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CUSTOM_3_1"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0" name="Google Shape;270;p2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508517" y="3872800"/>
            <a:ext cx="4725356" cy="1917849"/>
          </a:xfrm>
          <a:prstGeom prst="rect">
            <a:avLst/>
          </a:prstGeom>
          <a:noFill/>
          <a:ln>
            <a:noFill/>
          </a:ln>
        </p:spPr>
      </p:pic>
      <p:pic>
        <p:nvPicPr>
          <p:cNvPr id="271" name="Google Shape;271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83663" y="3435298"/>
            <a:ext cx="4472326" cy="1753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72" name="Google Shape;272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056175" y="4083709"/>
            <a:ext cx="5166700" cy="1496016"/>
          </a:xfrm>
          <a:prstGeom prst="rect">
            <a:avLst/>
          </a:prstGeom>
          <a:noFill/>
          <a:ln>
            <a:noFill/>
          </a:ln>
        </p:spPr>
      </p:pic>
      <p:pic>
        <p:nvPicPr>
          <p:cNvPr id="273" name="Google Shape;273;p2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1469233" y="2996112"/>
            <a:ext cx="4725356" cy="1917849"/>
          </a:xfrm>
          <a:prstGeom prst="rect">
            <a:avLst/>
          </a:prstGeom>
          <a:noFill/>
          <a:ln>
            <a:noFill/>
          </a:ln>
        </p:spPr>
      </p:pic>
      <p:pic>
        <p:nvPicPr>
          <p:cNvPr id="274" name="Google Shape;274;p2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-905974" y="3907961"/>
            <a:ext cx="5166700" cy="1551525"/>
          </a:xfrm>
          <a:prstGeom prst="rect">
            <a:avLst/>
          </a:prstGeom>
          <a:noFill/>
          <a:ln>
            <a:noFill/>
          </a:ln>
        </p:spPr>
      </p:pic>
      <p:sp>
        <p:nvSpPr>
          <p:cNvPr id="275" name="Google Shape;275;p27"/>
          <p:cNvSpPr txBox="1">
            <a:spLocks noGrp="1"/>
          </p:cNvSpPr>
          <p:nvPr>
            <p:ph type="title"/>
          </p:nvPr>
        </p:nvSpPr>
        <p:spPr>
          <a:xfrm>
            <a:off x="2347950" y="707777"/>
            <a:ext cx="4448100" cy="1225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8500"/>
            </a:lvl1pPr>
            <a:lvl2pPr lvl="1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>
            <a:endParaRPr/>
          </a:p>
        </p:txBody>
      </p:sp>
      <p:sp>
        <p:nvSpPr>
          <p:cNvPr id="276" name="Google Shape;276;p27"/>
          <p:cNvSpPr txBox="1">
            <a:spLocks noGrp="1"/>
          </p:cNvSpPr>
          <p:nvPr>
            <p:ph type="subTitle" idx="1"/>
          </p:nvPr>
        </p:nvSpPr>
        <p:spPr>
          <a:xfrm>
            <a:off x="2347900" y="1841450"/>
            <a:ext cx="4448100" cy="1058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7" name="Google Shape;277;p27"/>
          <p:cNvSpPr txBox="1"/>
          <p:nvPr/>
        </p:nvSpPr>
        <p:spPr>
          <a:xfrm>
            <a:off x="2099100" y="3611950"/>
            <a:ext cx="4945800" cy="55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30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chemeClr val="dk1"/>
                </a:solidFill>
                <a:latin typeface="Alegreya Sans"/>
                <a:ea typeface="Alegreya Sans"/>
                <a:cs typeface="Alegreya Sans"/>
                <a:sym typeface="Alegreya Sans"/>
              </a:rPr>
              <a:t>CREDITS:</a:t>
            </a:r>
            <a:r>
              <a:rPr lang="en" sz="1200">
                <a:solidFill>
                  <a:schemeClr val="dk1"/>
                </a:solidFill>
                <a:latin typeface="Alegreya Sans"/>
                <a:ea typeface="Alegreya Sans"/>
                <a:cs typeface="Alegreya Sans"/>
                <a:sym typeface="Alegreya Sans"/>
              </a:rPr>
              <a:t> This presentation template was created by </a:t>
            </a:r>
            <a:r>
              <a:rPr lang="en" sz="1200" b="1" u="sng">
                <a:solidFill>
                  <a:schemeClr val="dk1"/>
                </a:solidFill>
                <a:latin typeface="Alegreya Sans"/>
                <a:ea typeface="Alegreya Sans"/>
                <a:cs typeface="Alegreya Sans"/>
                <a:sym typeface="Alegreya Sans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Slidesgo</a:t>
            </a:r>
            <a:r>
              <a:rPr lang="en" sz="1200">
                <a:solidFill>
                  <a:schemeClr val="dk1"/>
                </a:solidFill>
                <a:latin typeface="Alegreya Sans"/>
                <a:ea typeface="Alegreya Sans"/>
                <a:cs typeface="Alegreya Sans"/>
                <a:sym typeface="Alegreya Sans"/>
              </a:rPr>
              <a:t>, and includes icons by </a:t>
            </a:r>
            <a:r>
              <a:rPr lang="en" sz="1200" b="1" u="sng">
                <a:solidFill>
                  <a:schemeClr val="dk1"/>
                </a:solidFill>
                <a:latin typeface="Alegreya Sans"/>
                <a:ea typeface="Alegreya Sans"/>
                <a:cs typeface="Alegreya Sans"/>
                <a:sym typeface="Alegreya Sans"/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Flaticon</a:t>
            </a:r>
            <a:r>
              <a:rPr lang="en" sz="1200">
                <a:solidFill>
                  <a:schemeClr val="dk1"/>
                </a:solidFill>
                <a:latin typeface="Alegreya Sans"/>
                <a:ea typeface="Alegreya Sans"/>
                <a:cs typeface="Alegreya Sans"/>
                <a:sym typeface="Alegreya Sans"/>
              </a:rPr>
              <a:t>, and infographics &amp; images by </a:t>
            </a:r>
            <a:r>
              <a:rPr lang="en" sz="1200" b="1" u="sng">
                <a:solidFill>
                  <a:schemeClr val="dk1"/>
                </a:solidFill>
                <a:latin typeface="Alegreya Sans"/>
                <a:ea typeface="Alegreya Sans"/>
                <a:cs typeface="Alegreya Sans"/>
                <a:sym typeface="Alegreya Sans"/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Freepik</a:t>
            </a:r>
            <a:r>
              <a:rPr lang="en" sz="1200" u="sng">
                <a:solidFill>
                  <a:schemeClr val="dk1"/>
                </a:solidFill>
                <a:latin typeface="Alegreya Sans"/>
                <a:ea typeface="Alegreya Sans"/>
                <a:cs typeface="Alegreya Sans"/>
                <a:sym typeface="Alegreya Sans"/>
              </a:rPr>
              <a:t> </a:t>
            </a:r>
            <a:endParaRPr sz="1200" b="1" u="sng">
              <a:solidFill>
                <a:schemeClr val="dk1"/>
              </a:solidFill>
              <a:latin typeface="Alegreya Sans"/>
              <a:ea typeface="Alegreya Sans"/>
              <a:cs typeface="Alegreya Sans"/>
              <a:sym typeface="Alegreya Sans"/>
            </a:endParaRPr>
          </a:p>
        </p:txBody>
      </p:sp>
      <p:pic>
        <p:nvPicPr>
          <p:cNvPr id="278" name="Google Shape;278;p27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 flipH="1">
            <a:off x="6796049" y="1117474"/>
            <a:ext cx="3385399" cy="32730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0" name="Google Shape;280;p2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>
            <a:off x="-1436258" y="3213431"/>
            <a:ext cx="6213224" cy="2435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1" name="Google Shape;281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-268250" y="3986900"/>
            <a:ext cx="5943398" cy="1832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9_1">
    <p:spTree>
      <p:nvGrpSpPr>
        <p:cNvPr id="1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p2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>
            <a:off x="5407519" y="3082037"/>
            <a:ext cx="4725356" cy="1917849"/>
          </a:xfrm>
          <a:prstGeom prst="rect">
            <a:avLst/>
          </a:prstGeom>
          <a:noFill/>
          <a:ln>
            <a:noFill/>
          </a:ln>
        </p:spPr>
      </p:pic>
      <p:pic>
        <p:nvPicPr>
          <p:cNvPr id="284" name="Google Shape;284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85817" y="4123650"/>
            <a:ext cx="6173701" cy="1917849"/>
          </a:xfrm>
          <a:prstGeom prst="rect">
            <a:avLst/>
          </a:prstGeom>
          <a:noFill/>
          <a:ln>
            <a:noFill/>
          </a:ln>
        </p:spPr>
      </p:pic>
      <p:pic>
        <p:nvPicPr>
          <p:cNvPr id="285" name="Google Shape;285;p2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>
            <a:off x="6318784" y="4080803"/>
            <a:ext cx="523192" cy="919071"/>
          </a:xfrm>
          <a:prstGeom prst="rect">
            <a:avLst/>
          </a:prstGeom>
          <a:noFill/>
          <a:ln>
            <a:noFill/>
          </a:ln>
        </p:spPr>
      </p:pic>
      <p:pic>
        <p:nvPicPr>
          <p:cNvPr id="286" name="Google Shape;286;p2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flipH="1">
            <a:off x="6759251" y="3297494"/>
            <a:ext cx="1169919" cy="1215049"/>
          </a:xfrm>
          <a:prstGeom prst="rect">
            <a:avLst/>
          </a:prstGeom>
          <a:noFill/>
          <a:ln>
            <a:noFill/>
          </a:ln>
        </p:spPr>
      </p:pic>
      <p:pic>
        <p:nvPicPr>
          <p:cNvPr id="287" name="Google Shape;287;p2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 flipH="1">
            <a:off x="7858033" y="3450393"/>
            <a:ext cx="1071140" cy="106216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8" name="Google Shape;288;p29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 flipH="1">
            <a:off x="7612244" y="4453238"/>
            <a:ext cx="1562700" cy="1093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381360"/>
            <a:ext cx="7717500" cy="66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Style Script"/>
              <a:buNone/>
              <a:defRPr sz="4000">
                <a:solidFill>
                  <a:schemeClr val="dk1"/>
                </a:solidFill>
                <a:latin typeface="Style Script"/>
                <a:ea typeface="Style Script"/>
                <a:cs typeface="Style Script"/>
                <a:sym typeface="Style Scrip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Style Script"/>
              <a:buNone/>
              <a:defRPr sz="4000">
                <a:solidFill>
                  <a:schemeClr val="dk1"/>
                </a:solidFill>
                <a:latin typeface="Style Script"/>
                <a:ea typeface="Style Script"/>
                <a:cs typeface="Style Script"/>
                <a:sym typeface="Style Scrip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Style Script"/>
              <a:buNone/>
              <a:defRPr sz="4000">
                <a:solidFill>
                  <a:schemeClr val="dk1"/>
                </a:solidFill>
                <a:latin typeface="Style Script"/>
                <a:ea typeface="Style Script"/>
                <a:cs typeface="Style Script"/>
                <a:sym typeface="Style Scrip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Style Script"/>
              <a:buNone/>
              <a:defRPr sz="4000">
                <a:solidFill>
                  <a:schemeClr val="dk1"/>
                </a:solidFill>
                <a:latin typeface="Style Script"/>
                <a:ea typeface="Style Script"/>
                <a:cs typeface="Style Script"/>
                <a:sym typeface="Style Scrip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Style Script"/>
              <a:buNone/>
              <a:defRPr sz="4000">
                <a:solidFill>
                  <a:schemeClr val="dk1"/>
                </a:solidFill>
                <a:latin typeface="Style Script"/>
                <a:ea typeface="Style Script"/>
                <a:cs typeface="Style Script"/>
                <a:sym typeface="Style Scrip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Style Script"/>
              <a:buNone/>
              <a:defRPr sz="4000">
                <a:solidFill>
                  <a:schemeClr val="dk1"/>
                </a:solidFill>
                <a:latin typeface="Style Script"/>
                <a:ea typeface="Style Script"/>
                <a:cs typeface="Style Script"/>
                <a:sym typeface="Style Scrip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Style Script"/>
              <a:buNone/>
              <a:defRPr sz="4000">
                <a:solidFill>
                  <a:schemeClr val="dk1"/>
                </a:solidFill>
                <a:latin typeface="Style Script"/>
                <a:ea typeface="Style Script"/>
                <a:cs typeface="Style Script"/>
                <a:sym typeface="Style Scrip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Style Script"/>
              <a:buNone/>
              <a:defRPr sz="4000">
                <a:solidFill>
                  <a:schemeClr val="dk1"/>
                </a:solidFill>
                <a:latin typeface="Style Script"/>
                <a:ea typeface="Style Script"/>
                <a:cs typeface="Style Script"/>
                <a:sym typeface="Style Scrip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Style Script"/>
              <a:buNone/>
              <a:defRPr sz="4000">
                <a:solidFill>
                  <a:schemeClr val="dk1"/>
                </a:solidFill>
                <a:latin typeface="Style Script"/>
                <a:ea typeface="Style Script"/>
                <a:cs typeface="Style Script"/>
                <a:sym typeface="Style Script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egreya Sans"/>
              <a:buChar char="●"/>
              <a:defRPr>
                <a:solidFill>
                  <a:schemeClr val="dk1"/>
                </a:solidFill>
                <a:latin typeface="Alegreya Sans"/>
                <a:ea typeface="Alegreya Sans"/>
                <a:cs typeface="Alegreya Sans"/>
                <a:sym typeface="Alegreya Sans"/>
              </a:defRPr>
            </a:lvl1pPr>
            <a:lvl2pPr marL="914400" lvl="1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egreya Sans"/>
              <a:buChar char="○"/>
              <a:defRPr>
                <a:solidFill>
                  <a:schemeClr val="dk1"/>
                </a:solidFill>
                <a:latin typeface="Alegreya Sans"/>
                <a:ea typeface="Alegreya Sans"/>
                <a:cs typeface="Alegreya Sans"/>
                <a:sym typeface="Alegreya Sans"/>
              </a:defRPr>
            </a:lvl2pPr>
            <a:lvl3pPr marL="1371600" lvl="2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egreya Sans"/>
              <a:buChar char="■"/>
              <a:defRPr>
                <a:solidFill>
                  <a:schemeClr val="dk1"/>
                </a:solidFill>
                <a:latin typeface="Alegreya Sans"/>
                <a:ea typeface="Alegreya Sans"/>
                <a:cs typeface="Alegreya Sans"/>
                <a:sym typeface="Alegreya Sans"/>
              </a:defRPr>
            </a:lvl3pPr>
            <a:lvl4pPr marL="1828800" lvl="3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egreya Sans"/>
              <a:buChar char="●"/>
              <a:defRPr>
                <a:solidFill>
                  <a:schemeClr val="dk1"/>
                </a:solidFill>
                <a:latin typeface="Alegreya Sans"/>
                <a:ea typeface="Alegreya Sans"/>
                <a:cs typeface="Alegreya Sans"/>
                <a:sym typeface="Alegreya Sans"/>
              </a:defRPr>
            </a:lvl4pPr>
            <a:lvl5pPr marL="2286000" lvl="4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egreya Sans"/>
              <a:buChar char="○"/>
              <a:defRPr>
                <a:solidFill>
                  <a:schemeClr val="dk1"/>
                </a:solidFill>
                <a:latin typeface="Alegreya Sans"/>
                <a:ea typeface="Alegreya Sans"/>
                <a:cs typeface="Alegreya Sans"/>
                <a:sym typeface="Alegreya Sans"/>
              </a:defRPr>
            </a:lvl5pPr>
            <a:lvl6pPr marL="2743200" lvl="5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egreya Sans"/>
              <a:buChar char="■"/>
              <a:defRPr>
                <a:solidFill>
                  <a:schemeClr val="dk1"/>
                </a:solidFill>
                <a:latin typeface="Alegreya Sans"/>
                <a:ea typeface="Alegreya Sans"/>
                <a:cs typeface="Alegreya Sans"/>
                <a:sym typeface="Alegreya Sans"/>
              </a:defRPr>
            </a:lvl6pPr>
            <a:lvl7pPr marL="3200400" lvl="6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egreya Sans"/>
              <a:buChar char="●"/>
              <a:defRPr>
                <a:solidFill>
                  <a:schemeClr val="dk1"/>
                </a:solidFill>
                <a:latin typeface="Alegreya Sans"/>
                <a:ea typeface="Alegreya Sans"/>
                <a:cs typeface="Alegreya Sans"/>
                <a:sym typeface="Alegreya Sans"/>
              </a:defRPr>
            </a:lvl7pPr>
            <a:lvl8pPr marL="3657600" lvl="7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egreya Sans"/>
              <a:buChar char="○"/>
              <a:defRPr>
                <a:solidFill>
                  <a:schemeClr val="dk1"/>
                </a:solidFill>
                <a:latin typeface="Alegreya Sans"/>
                <a:ea typeface="Alegreya Sans"/>
                <a:cs typeface="Alegreya Sans"/>
                <a:sym typeface="Alegreya Sans"/>
              </a:defRPr>
            </a:lvl8pPr>
            <a:lvl9pPr marL="4114800" lvl="8" indent="-3175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Alegreya Sans"/>
              <a:buChar char="■"/>
              <a:defRPr>
                <a:solidFill>
                  <a:schemeClr val="dk1"/>
                </a:solidFill>
                <a:latin typeface="Alegreya Sans"/>
                <a:ea typeface="Alegreya Sans"/>
                <a:cs typeface="Alegreya Sans"/>
                <a:sym typeface="Alegreya Sans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1" r:id="rId3"/>
    <p:sldLayoutId id="2147483653" r:id="rId4"/>
    <p:sldLayoutId id="2147483655" r:id="rId5"/>
    <p:sldLayoutId id="2147483658" r:id="rId6"/>
    <p:sldLayoutId id="2147483659" r:id="rId7"/>
    <p:sldLayoutId id="2147483666" r:id="rId8"/>
    <p:sldLayoutId id="2147483667" r:id="rId9"/>
    <p:sldLayoutId id="2147483668" r:id="rId10"/>
    <p:sldLayoutId id="2147483673" r:id="rId11"/>
    <p:sldLayoutId id="2147483674" r:id="rId12"/>
    <p:sldLayoutId id="2147483675" r:id="rId13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15.png"/><Relationship Id="rId4" Type="http://schemas.openxmlformats.org/officeDocument/2006/relationships/image" Target="../media/image6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22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6.png"/><Relationship Id="rId5" Type="http://schemas.openxmlformats.org/officeDocument/2006/relationships/image" Target="../media/image15.png"/><Relationship Id="rId4" Type="http://schemas.openxmlformats.org/officeDocument/2006/relationships/image" Target="../media/image13.png"/><Relationship Id="rId9" Type="http://schemas.openxmlformats.org/officeDocument/2006/relationships/image" Target="../media/image2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5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6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Relationship Id="rId9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26.jpeg"/><Relationship Id="rId4" Type="http://schemas.openxmlformats.org/officeDocument/2006/relationships/image" Target="../media/image2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2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7.png"/><Relationship Id="rId5" Type="http://schemas.openxmlformats.org/officeDocument/2006/relationships/image" Target="../media/image16.png"/><Relationship Id="rId4" Type="http://schemas.openxmlformats.org/officeDocument/2006/relationships/image" Target="../media/image1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1.png"/><Relationship Id="rId4" Type="http://schemas.openxmlformats.org/officeDocument/2006/relationships/image" Target="../media/image2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2.png"/><Relationship Id="rId4" Type="http://schemas.openxmlformats.org/officeDocument/2006/relationships/image" Target="../media/image2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7" Type="http://schemas.openxmlformats.org/officeDocument/2006/relationships/image" Target="../media/image3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6.png"/><Relationship Id="rId4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33"/>
          <p:cNvSpPr txBox="1">
            <a:spLocks noGrp="1"/>
          </p:cNvSpPr>
          <p:nvPr>
            <p:ph type="ctrTitle"/>
          </p:nvPr>
        </p:nvSpPr>
        <p:spPr>
          <a:xfrm>
            <a:off x="1895100" y="607775"/>
            <a:ext cx="5058000" cy="2178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Sweet Harvest Run</a:t>
            </a:r>
            <a:endParaRPr/>
          </a:p>
        </p:txBody>
      </p:sp>
      <p:sp>
        <p:nvSpPr>
          <p:cNvPr id="300" name="Google Shape;300;p33"/>
          <p:cNvSpPr txBox="1">
            <a:spLocks noGrp="1"/>
          </p:cNvSpPr>
          <p:nvPr>
            <p:ph type="subTitle" idx="1"/>
          </p:nvPr>
        </p:nvSpPr>
        <p:spPr>
          <a:xfrm>
            <a:off x="2413725" y="2786550"/>
            <a:ext cx="4214700" cy="47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Caitlyn Lefebvre &amp; Isabella Hamilton</a:t>
            </a:r>
            <a:endParaRPr/>
          </a:p>
        </p:txBody>
      </p:sp>
      <p:pic>
        <p:nvPicPr>
          <p:cNvPr id="301" name="Google Shape;301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1345189">
            <a:off x="2313248" y="4859938"/>
            <a:ext cx="286799" cy="361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2" name="Google Shape;302;p3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1111637">
            <a:off x="849071" y="644625"/>
            <a:ext cx="739307" cy="475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3" name="Google Shape;303;p3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7301480">
            <a:off x="6647221" y="2756346"/>
            <a:ext cx="515533" cy="331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04" name="Google Shape;304;p3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09024" y="3994923"/>
            <a:ext cx="893399" cy="927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305" name="Google Shape;305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2107696">
            <a:off x="118499" y="4651688"/>
            <a:ext cx="286799" cy="361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6" name="Google Shape;306;p3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7301516" flipH="1">
            <a:off x="7486099" y="337671"/>
            <a:ext cx="627226" cy="40366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7" name="Google Shape;307;p3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7301480">
            <a:off x="178896" y="2602784"/>
            <a:ext cx="515533" cy="331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08" name="Google Shape;308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1617053">
            <a:off x="8497124" y="4186813"/>
            <a:ext cx="286799" cy="361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9" name="Google Shape;309;p3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955147" y="3676574"/>
            <a:ext cx="1475630" cy="1381977"/>
          </a:xfrm>
          <a:prstGeom prst="rect">
            <a:avLst/>
          </a:prstGeom>
          <a:noFill/>
          <a:ln>
            <a:noFill/>
          </a:ln>
        </p:spPr>
      </p:pic>
      <p:pic>
        <p:nvPicPr>
          <p:cNvPr id="310" name="Google Shape;310;p33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142409" y="3945321"/>
            <a:ext cx="1038849" cy="103014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0" name="Google Shape;400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81365" y="2211864"/>
            <a:ext cx="1482948" cy="2155474"/>
          </a:xfrm>
          <a:prstGeom prst="rect">
            <a:avLst/>
          </a:prstGeom>
          <a:noFill/>
          <a:ln>
            <a:noFill/>
          </a:ln>
        </p:spPr>
      </p:pic>
      <p:pic>
        <p:nvPicPr>
          <p:cNvPr id="401" name="Google Shape;401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8349427" y="1949864"/>
            <a:ext cx="1482948" cy="2155474"/>
          </a:xfrm>
          <a:prstGeom prst="rect">
            <a:avLst/>
          </a:prstGeom>
          <a:noFill/>
          <a:ln>
            <a:noFill/>
          </a:ln>
        </p:spPr>
      </p:pic>
      <p:pic>
        <p:nvPicPr>
          <p:cNvPr id="402" name="Google Shape;402;p4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>
            <a:off x="6109412" y="3173700"/>
            <a:ext cx="3519601" cy="1912752"/>
          </a:xfrm>
          <a:prstGeom prst="rect">
            <a:avLst/>
          </a:prstGeom>
          <a:noFill/>
          <a:ln>
            <a:noFill/>
          </a:ln>
        </p:spPr>
      </p:pic>
      <p:pic>
        <p:nvPicPr>
          <p:cNvPr id="403" name="Google Shape;403;p4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flipH="1">
            <a:off x="7034552" y="2163225"/>
            <a:ext cx="1314883" cy="1365600"/>
          </a:xfrm>
          <a:prstGeom prst="rect">
            <a:avLst/>
          </a:prstGeom>
          <a:noFill/>
          <a:ln>
            <a:noFill/>
          </a:ln>
        </p:spPr>
      </p:pic>
      <p:sp>
        <p:nvSpPr>
          <p:cNvPr id="404" name="Google Shape;404;p40"/>
          <p:cNvSpPr txBox="1">
            <a:spLocks noGrp="1"/>
          </p:cNvSpPr>
          <p:nvPr>
            <p:ph type="title"/>
          </p:nvPr>
        </p:nvSpPr>
        <p:spPr>
          <a:xfrm>
            <a:off x="1163074" y="1080700"/>
            <a:ext cx="4518397" cy="6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Background &amp; Motivation</a:t>
            </a:r>
            <a:endParaRPr/>
          </a:p>
        </p:txBody>
      </p:sp>
      <p:sp>
        <p:nvSpPr>
          <p:cNvPr id="405" name="Google Shape;405;p40"/>
          <p:cNvSpPr txBox="1">
            <a:spLocks noGrp="1"/>
          </p:cNvSpPr>
          <p:nvPr>
            <p:ph type="subTitle" idx="1"/>
          </p:nvPr>
        </p:nvSpPr>
        <p:spPr>
          <a:xfrm>
            <a:off x="1163073" y="1821675"/>
            <a:ext cx="4518397" cy="2298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We took inspiration from Caitlyn’s game proposal for Assignment 2 but made some adjustments to simplify the concept and make it more suitable as a 2D game for beginner developers.</a:t>
            </a:r>
          </a:p>
          <a:p>
            <a:pPr marL="457200" lvl="0" indent="-317500" algn="l" rtl="0">
              <a:spcBef>
                <a:spcPts val="100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We love fall!</a:t>
            </a:r>
            <a:endParaRPr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US"/>
              <a:t>We want to create a fun, seasonal game</a:t>
            </a: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US"/>
              <a:t>Leaves opportunity to develop different (seasonal) versions</a:t>
            </a: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endParaRPr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endParaRPr/>
          </a:p>
        </p:txBody>
      </p:sp>
      <p:pic>
        <p:nvPicPr>
          <p:cNvPr id="406" name="Google Shape;406;p4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 rot="7301480">
            <a:off x="6502621" y="1271871"/>
            <a:ext cx="515533" cy="331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07" name="Google Shape;407;p4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 rot="-7301516" flipH="1">
            <a:off x="7966149" y="750008"/>
            <a:ext cx="627226" cy="403660"/>
          </a:xfrm>
          <a:prstGeom prst="rect">
            <a:avLst/>
          </a:prstGeom>
          <a:noFill/>
          <a:ln>
            <a:noFill/>
          </a:ln>
        </p:spPr>
      </p:pic>
      <p:pic>
        <p:nvPicPr>
          <p:cNvPr id="408" name="Google Shape;408;p4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 rot="7301480">
            <a:off x="-115329" y="1942034"/>
            <a:ext cx="515533" cy="331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09" name="Google Shape;409;p4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 rot="-7301516" flipH="1">
            <a:off x="614399" y="337671"/>
            <a:ext cx="627226" cy="403660"/>
          </a:xfrm>
          <a:prstGeom prst="rect">
            <a:avLst/>
          </a:prstGeom>
          <a:noFill/>
          <a:ln>
            <a:noFill/>
          </a:ln>
        </p:spPr>
      </p:pic>
      <p:pic>
        <p:nvPicPr>
          <p:cNvPr id="410" name="Google Shape;410;p4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313053" y="3882050"/>
            <a:ext cx="1148923" cy="1076027"/>
          </a:xfrm>
          <a:prstGeom prst="rect">
            <a:avLst/>
          </a:prstGeom>
          <a:noFill/>
          <a:ln>
            <a:noFill/>
          </a:ln>
        </p:spPr>
      </p:pic>
      <p:pic>
        <p:nvPicPr>
          <p:cNvPr id="411" name="Google Shape;411;p40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 flipH="1">
            <a:off x="7985760" y="2588152"/>
            <a:ext cx="588021" cy="1032951"/>
          </a:xfrm>
          <a:prstGeom prst="rect">
            <a:avLst/>
          </a:prstGeom>
          <a:noFill/>
          <a:ln>
            <a:noFill/>
          </a:ln>
        </p:spPr>
      </p:pic>
      <p:pic>
        <p:nvPicPr>
          <p:cNvPr id="412" name="Google Shape;412;p40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 rot="519987">
            <a:off x="7675653" y="4108129"/>
            <a:ext cx="1208219" cy="99173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3" name="Google Shape;363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9860" y="356000"/>
            <a:ext cx="1810664" cy="2938373"/>
          </a:xfrm>
          <a:prstGeom prst="rect">
            <a:avLst/>
          </a:prstGeom>
          <a:noFill/>
          <a:ln>
            <a:noFill/>
          </a:ln>
        </p:spPr>
      </p:pic>
      <p:pic>
        <p:nvPicPr>
          <p:cNvPr id="364" name="Google Shape;364;p3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519987">
            <a:off x="166928" y="3986316"/>
            <a:ext cx="1208219" cy="991730"/>
          </a:xfrm>
          <a:prstGeom prst="rect">
            <a:avLst/>
          </a:prstGeom>
          <a:noFill/>
          <a:ln>
            <a:noFill/>
          </a:ln>
        </p:spPr>
      </p:pic>
      <p:pic>
        <p:nvPicPr>
          <p:cNvPr id="365" name="Google Shape;365;p3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524528" y="3477863"/>
            <a:ext cx="735399" cy="703210"/>
          </a:xfrm>
          <a:prstGeom prst="rect">
            <a:avLst/>
          </a:prstGeom>
          <a:noFill/>
          <a:ln>
            <a:noFill/>
          </a:ln>
        </p:spPr>
      </p:pic>
      <p:pic>
        <p:nvPicPr>
          <p:cNvPr id="366" name="Google Shape;366;p3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 rot="2402524">
            <a:off x="-397780" y="1751553"/>
            <a:ext cx="696959" cy="448544"/>
          </a:xfrm>
          <a:prstGeom prst="rect">
            <a:avLst/>
          </a:prstGeom>
          <a:noFill/>
          <a:ln>
            <a:noFill/>
          </a:ln>
        </p:spPr>
      </p:pic>
      <p:pic>
        <p:nvPicPr>
          <p:cNvPr id="367" name="Google Shape;367;p3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 rot="-7301480" flipH="1">
            <a:off x="8268196" y="758721"/>
            <a:ext cx="515533" cy="331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68" name="Google Shape;368;p3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 rot="7301480">
            <a:off x="2612746" y="891609"/>
            <a:ext cx="515533" cy="331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69" name="Google Shape;369;p37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 rot="-1345245">
            <a:off x="2223761" y="4626858"/>
            <a:ext cx="230802" cy="290925"/>
          </a:xfrm>
          <a:prstGeom prst="rect">
            <a:avLst/>
          </a:prstGeom>
          <a:noFill/>
          <a:ln>
            <a:noFill/>
          </a:ln>
        </p:spPr>
      </p:pic>
      <p:sp>
        <p:nvSpPr>
          <p:cNvPr id="370" name="Google Shape;370;p37"/>
          <p:cNvSpPr txBox="1">
            <a:spLocks noGrp="1"/>
          </p:cNvSpPr>
          <p:nvPr>
            <p:ph type="title"/>
          </p:nvPr>
        </p:nvSpPr>
        <p:spPr>
          <a:xfrm>
            <a:off x="3048000" y="1053575"/>
            <a:ext cx="5303519" cy="1460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Target Users</a:t>
            </a:r>
            <a:endParaRPr/>
          </a:p>
        </p:txBody>
      </p:sp>
      <p:sp>
        <p:nvSpPr>
          <p:cNvPr id="371" name="Google Shape;371;p37"/>
          <p:cNvSpPr txBox="1">
            <a:spLocks noGrp="1"/>
          </p:cNvSpPr>
          <p:nvPr>
            <p:ph type="subTitle" idx="1"/>
          </p:nvPr>
        </p:nvSpPr>
        <p:spPr>
          <a:xfrm>
            <a:off x="3335762" y="2437950"/>
            <a:ext cx="4748400" cy="67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Children 8+ (but designed to be fun and engaging for players of all ages)</a:t>
            </a:r>
            <a:endParaRPr/>
          </a:p>
        </p:txBody>
      </p:sp>
      <p:pic>
        <p:nvPicPr>
          <p:cNvPr id="372" name="Google Shape;372;p37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7540824" y="3901426"/>
            <a:ext cx="1053424" cy="1044574"/>
          </a:xfrm>
          <a:prstGeom prst="rect">
            <a:avLst/>
          </a:prstGeom>
          <a:noFill/>
          <a:ln>
            <a:noFill/>
          </a:ln>
        </p:spPr>
      </p:pic>
      <p:pic>
        <p:nvPicPr>
          <p:cNvPr id="373" name="Google Shape;373;p37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570798" y="3510100"/>
            <a:ext cx="1562700" cy="1093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39"/>
          <p:cNvSpPr txBox="1">
            <a:spLocks noGrp="1"/>
          </p:cNvSpPr>
          <p:nvPr>
            <p:ph type="title"/>
          </p:nvPr>
        </p:nvSpPr>
        <p:spPr>
          <a:xfrm>
            <a:off x="720000" y="381789"/>
            <a:ext cx="7704000" cy="60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Context/Game World</a:t>
            </a:r>
            <a:endParaRPr/>
          </a:p>
        </p:txBody>
      </p:sp>
      <p:sp>
        <p:nvSpPr>
          <p:cNvPr id="393" name="Google Shape;393;p39"/>
          <p:cNvSpPr txBox="1">
            <a:spLocks noGrp="1"/>
          </p:cNvSpPr>
          <p:nvPr>
            <p:ph type="subTitle" idx="1"/>
          </p:nvPr>
        </p:nvSpPr>
        <p:spPr>
          <a:xfrm>
            <a:off x="1185350" y="1359525"/>
            <a:ext cx="6578719" cy="287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/>
              <a:t>Set during the fall season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/>
              <a:t>Inside a large, winding corn maze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/>
              <a:t>Playful and festive atmosphere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/>
              <a:t>Obstacles and hidden pieces of candy corn</a:t>
            </a:r>
          </a:p>
        </p:txBody>
      </p:sp>
      <p:pic>
        <p:nvPicPr>
          <p:cNvPr id="394" name="Google Shape;394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7461474" flipH="1">
            <a:off x="7175614" y="3949345"/>
            <a:ext cx="561595" cy="361432"/>
          </a:xfrm>
          <a:prstGeom prst="rect">
            <a:avLst/>
          </a:prstGeom>
          <a:noFill/>
          <a:ln>
            <a:noFill/>
          </a:ln>
        </p:spPr>
      </p:pic>
      <p:pic>
        <p:nvPicPr>
          <p:cNvPr id="395" name="Google Shape;395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7461435">
            <a:off x="3878119" y="4405171"/>
            <a:ext cx="441334" cy="284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Picture 6" descr="A group of kids running through a corn field&#10;&#10;AI-generated content may be incorrect.">
            <a:extLst>
              <a:ext uri="{FF2B5EF4-FFF2-40B4-BE49-F238E27FC236}">
                <a16:creationId xmlns:a16="http://schemas.microsoft.com/office/drawing/2014/main" id="{0F60FC49-B77F-7C53-82DE-59A6CB0587C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6659" r="7006"/>
          <a:stretch>
            <a:fillRect/>
          </a:stretch>
        </p:blipFill>
        <p:spPr>
          <a:xfrm>
            <a:off x="5366500" y="1293931"/>
            <a:ext cx="2397569" cy="2452188"/>
          </a:xfrm>
          <a:prstGeom prst="rect">
            <a:avLst/>
          </a:prstGeom>
        </p:spPr>
      </p:pic>
      <p:pic>
        <p:nvPicPr>
          <p:cNvPr id="9" name="Picture 8" descr="A couple of candy corns&#10;&#10;AI-generated content may be incorrect.">
            <a:extLst>
              <a:ext uri="{FF2B5EF4-FFF2-40B4-BE49-F238E27FC236}">
                <a16:creationId xmlns:a16="http://schemas.microsoft.com/office/drawing/2014/main" id="{6332AB61-EBE2-0B5D-F07D-6676826EAF2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46917" y="2584160"/>
            <a:ext cx="1830585" cy="168614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7" name="Google Shape;417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7301480">
            <a:off x="8574721" y="2328659"/>
            <a:ext cx="515533" cy="331775"/>
          </a:xfrm>
          <a:prstGeom prst="rect">
            <a:avLst/>
          </a:prstGeom>
          <a:noFill/>
          <a:ln>
            <a:noFill/>
          </a:ln>
        </p:spPr>
      </p:pic>
      <p:sp>
        <p:nvSpPr>
          <p:cNvPr id="418" name="Google Shape;418;p41"/>
          <p:cNvSpPr txBox="1">
            <a:spLocks noGrp="1"/>
          </p:cNvSpPr>
          <p:nvPr>
            <p:ph type="title"/>
          </p:nvPr>
        </p:nvSpPr>
        <p:spPr>
          <a:xfrm>
            <a:off x="720000" y="376434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Characters &amp; Plot</a:t>
            </a:r>
            <a:endParaRPr/>
          </a:p>
        </p:txBody>
      </p:sp>
      <p:sp>
        <p:nvSpPr>
          <p:cNvPr id="419" name="Google Shape;419;p41"/>
          <p:cNvSpPr txBox="1">
            <a:spLocks noGrp="1"/>
          </p:cNvSpPr>
          <p:nvPr>
            <p:ph type="subTitle" idx="1"/>
          </p:nvPr>
        </p:nvSpPr>
        <p:spPr>
          <a:xfrm>
            <a:off x="5522846" y="1916876"/>
            <a:ext cx="2505600" cy="1010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There is no physical enemy in the game; instead the challenge comes from racing against the clock</a:t>
            </a:r>
            <a:endParaRPr/>
          </a:p>
        </p:txBody>
      </p:sp>
      <p:sp>
        <p:nvSpPr>
          <p:cNvPr id="420" name="Google Shape;420;p41"/>
          <p:cNvSpPr txBox="1">
            <a:spLocks noGrp="1"/>
          </p:cNvSpPr>
          <p:nvPr>
            <p:ph type="subTitle" idx="2"/>
          </p:nvPr>
        </p:nvSpPr>
        <p:spPr>
          <a:xfrm>
            <a:off x="1440358" y="1894483"/>
            <a:ext cx="2505600" cy="1010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player controls the scarecrow whose mission is to collect candy corn and escape the corn maze before time runs out</a:t>
            </a:r>
            <a:endParaRPr/>
          </a:p>
        </p:txBody>
      </p:sp>
      <p:sp>
        <p:nvSpPr>
          <p:cNvPr id="421" name="Google Shape;421;p41"/>
          <p:cNvSpPr txBox="1">
            <a:spLocks noGrp="1"/>
          </p:cNvSpPr>
          <p:nvPr>
            <p:ph type="subTitle" idx="3"/>
          </p:nvPr>
        </p:nvSpPr>
        <p:spPr>
          <a:xfrm>
            <a:off x="338828" y="1238730"/>
            <a:ext cx="4708660" cy="558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Main Character: The Scarecrow (Player)</a:t>
            </a:r>
            <a:endParaRPr/>
          </a:p>
        </p:txBody>
      </p:sp>
      <p:sp>
        <p:nvSpPr>
          <p:cNvPr id="422" name="Google Shape;422;p41"/>
          <p:cNvSpPr txBox="1">
            <a:spLocks noGrp="1"/>
          </p:cNvSpPr>
          <p:nvPr>
            <p:ph type="subTitle" idx="4"/>
          </p:nvPr>
        </p:nvSpPr>
        <p:spPr>
          <a:xfrm>
            <a:off x="5433862" y="1273728"/>
            <a:ext cx="2505600" cy="558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Antagonist: Time</a:t>
            </a:r>
            <a:endParaRPr/>
          </a:p>
        </p:txBody>
      </p:sp>
      <p:pic>
        <p:nvPicPr>
          <p:cNvPr id="423" name="Google Shape;423;p4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139500" y="3754899"/>
            <a:ext cx="1407974" cy="1318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24" name="Google Shape;424;p4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280035" y="4058204"/>
            <a:ext cx="991221" cy="982924"/>
          </a:xfrm>
          <a:prstGeom prst="rect">
            <a:avLst/>
          </a:prstGeom>
          <a:noFill/>
          <a:ln>
            <a:noFill/>
          </a:ln>
        </p:spPr>
      </p:pic>
      <p:pic>
        <p:nvPicPr>
          <p:cNvPr id="425" name="Google Shape;425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7301480">
            <a:off x="5176096" y="4198796"/>
            <a:ext cx="515533" cy="331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26" name="Google Shape;426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7301516" flipH="1">
            <a:off x="7572474" y="3266133"/>
            <a:ext cx="627226" cy="403660"/>
          </a:xfrm>
          <a:prstGeom prst="rect">
            <a:avLst/>
          </a:prstGeom>
          <a:noFill/>
          <a:ln>
            <a:noFill/>
          </a:ln>
        </p:spPr>
      </p:pic>
      <p:pic>
        <p:nvPicPr>
          <p:cNvPr id="427" name="Google Shape;427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7301480">
            <a:off x="1613421" y="-160141"/>
            <a:ext cx="515533" cy="331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28" name="Google Shape;428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7301516" flipH="1">
            <a:off x="8578799" y="-129692"/>
            <a:ext cx="627226" cy="403660"/>
          </a:xfrm>
          <a:prstGeom prst="rect">
            <a:avLst/>
          </a:prstGeom>
          <a:noFill/>
          <a:ln>
            <a:noFill/>
          </a:ln>
        </p:spPr>
      </p:pic>
      <p:pic>
        <p:nvPicPr>
          <p:cNvPr id="429" name="Google Shape;429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7301552" flipH="1">
            <a:off x="-295572" y="1352843"/>
            <a:ext cx="612070" cy="393912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C066805A-20F9-9864-5986-37B426377C6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71868" y="2978544"/>
            <a:ext cx="1385758" cy="1830490"/>
          </a:xfrm>
          <a:prstGeom prst="rect">
            <a:avLst/>
          </a:prstGeom>
        </p:spPr>
      </p:pic>
      <p:pic>
        <p:nvPicPr>
          <p:cNvPr id="7" name="Picture 6" descr="A blue and white clock&#10;&#10;AI-generated content may be incorrect.">
            <a:extLst>
              <a:ext uri="{FF2B5EF4-FFF2-40B4-BE49-F238E27FC236}">
                <a16:creationId xmlns:a16="http://schemas.microsoft.com/office/drawing/2014/main" id="{8784EAEC-9206-4C97-60CF-95406DF03A43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26890" r="24437"/>
          <a:stretch>
            <a:fillRect/>
          </a:stretch>
        </p:blipFill>
        <p:spPr>
          <a:xfrm>
            <a:off x="4716584" y="2978545"/>
            <a:ext cx="1385758" cy="183048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34"/>
          <p:cNvSpPr txBox="1">
            <a:spLocks noGrp="1"/>
          </p:cNvSpPr>
          <p:nvPr>
            <p:ph type="title"/>
          </p:nvPr>
        </p:nvSpPr>
        <p:spPr>
          <a:xfrm>
            <a:off x="720000" y="377143"/>
            <a:ext cx="7704000" cy="60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Rough Sketch</a:t>
            </a:r>
            <a:endParaRPr/>
          </a:p>
        </p:txBody>
      </p:sp>
      <p:pic>
        <p:nvPicPr>
          <p:cNvPr id="320" name="Google Shape;320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7461435">
            <a:off x="7591831" y="741121"/>
            <a:ext cx="441334" cy="284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321" name="Google Shape;321;p3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1345189">
            <a:off x="7536498" y="4879863"/>
            <a:ext cx="286799" cy="361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2" name="Google Shape;322;p3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2107696">
            <a:off x="118499" y="4651688"/>
            <a:ext cx="286799" cy="361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3" name="Google Shape;323;p3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1345189">
            <a:off x="1827673" y="4879863"/>
            <a:ext cx="286799" cy="361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4" name="Google Shape;324;p3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2107696">
            <a:off x="8843424" y="4564838"/>
            <a:ext cx="286799" cy="361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Picture 1" descr="A drawing of a maze&#10;&#10;AI-generated content may be incorrect.">
            <a:extLst>
              <a:ext uri="{FF2B5EF4-FFF2-40B4-BE49-F238E27FC236}">
                <a16:creationId xmlns:a16="http://schemas.microsoft.com/office/drawing/2014/main" id="{1D7FCF3A-9797-46BB-BBA2-B1F6FF98913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79456" y="1147684"/>
            <a:ext cx="3987019" cy="3147935"/>
          </a:xfrm>
          <a:prstGeom prst="rect">
            <a:avLst/>
          </a:prstGeom>
        </p:spPr>
      </p:pic>
      <p:pic>
        <p:nvPicPr>
          <p:cNvPr id="3" name="Picture 2" descr="A drawing of a maze&#10;&#10;AI-generated content may be incorrect.">
            <a:extLst>
              <a:ext uri="{FF2B5EF4-FFF2-40B4-BE49-F238E27FC236}">
                <a16:creationId xmlns:a16="http://schemas.microsoft.com/office/drawing/2014/main" id="{CCF7CAB1-712B-FE85-5080-E42E41D6738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2329" y="1147684"/>
            <a:ext cx="3963361" cy="314793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4">
          <a:extLst>
            <a:ext uri="{FF2B5EF4-FFF2-40B4-BE49-F238E27FC236}">
              <a16:creationId xmlns:a16="http://schemas.microsoft.com/office/drawing/2014/main" id="{73A0A8AC-840A-B6D8-0A68-475424F706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34">
            <a:extLst>
              <a:ext uri="{FF2B5EF4-FFF2-40B4-BE49-F238E27FC236}">
                <a16:creationId xmlns:a16="http://schemas.microsoft.com/office/drawing/2014/main" id="{B3B82555-7F0D-0B33-1140-94C3300E038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377143"/>
            <a:ext cx="7704000" cy="60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Rough Sketch</a:t>
            </a:r>
            <a:endParaRPr/>
          </a:p>
        </p:txBody>
      </p:sp>
      <p:pic>
        <p:nvPicPr>
          <p:cNvPr id="320" name="Google Shape;320;p34">
            <a:extLst>
              <a:ext uri="{FF2B5EF4-FFF2-40B4-BE49-F238E27FC236}">
                <a16:creationId xmlns:a16="http://schemas.microsoft.com/office/drawing/2014/main" id="{6167E2B8-ADB9-A9A4-895D-6717790A7CF2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7461435">
            <a:off x="7591831" y="741121"/>
            <a:ext cx="441334" cy="284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321" name="Google Shape;321;p34">
            <a:extLst>
              <a:ext uri="{FF2B5EF4-FFF2-40B4-BE49-F238E27FC236}">
                <a16:creationId xmlns:a16="http://schemas.microsoft.com/office/drawing/2014/main" id="{9BBA4AC5-0990-9C81-E82C-1959E748C568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1345189">
            <a:off x="7536498" y="4879863"/>
            <a:ext cx="286799" cy="361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2" name="Google Shape;322;p34">
            <a:extLst>
              <a:ext uri="{FF2B5EF4-FFF2-40B4-BE49-F238E27FC236}">
                <a16:creationId xmlns:a16="http://schemas.microsoft.com/office/drawing/2014/main" id="{EC01EDF7-D1F1-35AC-8AE6-02F52547F296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2107696">
            <a:off x="118499" y="4651688"/>
            <a:ext cx="286799" cy="361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3" name="Google Shape;323;p34">
            <a:extLst>
              <a:ext uri="{FF2B5EF4-FFF2-40B4-BE49-F238E27FC236}">
                <a16:creationId xmlns:a16="http://schemas.microsoft.com/office/drawing/2014/main" id="{D024E490-0B05-9D0B-EA19-A0095C36C248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1345189">
            <a:off x="1827673" y="4879863"/>
            <a:ext cx="286799" cy="361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4" name="Google Shape;324;p34">
            <a:extLst>
              <a:ext uri="{FF2B5EF4-FFF2-40B4-BE49-F238E27FC236}">
                <a16:creationId xmlns:a16="http://schemas.microsoft.com/office/drawing/2014/main" id="{D6A2DB6A-FEB7-CCC1-F935-131F1A3BDEA3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2107696">
            <a:off x="8843424" y="4564838"/>
            <a:ext cx="286799" cy="361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Picture 1" descr="A drawing of a maze&#10;&#10;AI-generated content may be incorrect.">
            <a:extLst>
              <a:ext uri="{FF2B5EF4-FFF2-40B4-BE49-F238E27FC236}">
                <a16:creationId xmlns:a16="http://schemas.microsoft.com/office/drawing/2014/main" id="{0C3C3489-5E71-6A20-35FB-AFA1D835F24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03241" y="969677"/>
            <a:ext cx="4932835" cy="3869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95768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4">
          <a:extLst>
            <a:ext uri="{FF2B5EF4-FFF2-40B4-BE49-F238E27FC236}">
              <a16:creationId xmlns:a16="http://schemas.microsoft.com/office/drawing/2014/main" id="{0E67EB0D-1E54-1212-D7A7-6AF118A61D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34">
            <a:extLst>
              <a:ext uri="{FF2B5EF4-FFF2-40B4-BE49-F238E27FC236}">
                <a16:creationId xmlns:a16="http://schemas.microsoft.com/office/drawing/2014/main" id="{AD13BF2D-1EF6-BCFE-A005-04309E0BDFE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377143"/>
            <a:ext cx="7704000" cy="60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Rough Sketch</a:t>
            </a:r>
            <a:endParaRPr/>
          </a:p>
        </p:txBody>
      </p:sp>
      <p:pic>
        <p:nvPicPr>
          <p:cNvPr id="320" name="Google Shape;320;p34">
            <a:extLst>
              <a:ext uri="{FF2B5EF4-FFF2-40B4-BE49-F238E27FC236}">
                <a16:creationId xmlns:a16="http://schemas.microsoft.com/office/drawing/2014/main" id="{A2717831-A788-E66F-295B-2478153C3E2A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7461435">
            <a:off x="7591831" y="741121"/>
            <a:ext cx="441334" cy="284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321" name="Google Shape;321;p34">
            <a:extLst>
              <a:ext uri="{FF2B5EF4-FFF2-40B4-BE49-F238E27FC236}">
                <a16:creationId xmlns:a16="http://schemas.microsoft.com/office/drawing/2014/main" id="{2B9F4024-CE0E-C73A-CB4D-ED73A7717E21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1345189">
            <a:off x="7536498" y="4879863"/>
            <a:ext cx="286799" cy="361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2" name="Google Shape;322;p34">
            <a:extLst>
              <a:ext uri="{FF2B5EF4-FFF2-40B4-BE49-F238E27FC236}">
                <a16:creationId xmlns:a16="http://schemas.microsoft.com/office/drawing/2014/main" id="{BA7C856B-A16C-CB5A-557A-1861A7B09296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2107696">
            <a:off x="118499" y="4651688"/>
            <a:ext cx="286799" cy="361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3" name="Google Shape;323;p34">
            <a:extLst>
              <a:ext uri="{FF2B5EF4-FFF2-40B4-BE49-F238E27FC236}">
                <a16:creationId xmlns:a16="http://schemas.microsoft.com/office/drawing/2014/main" id="{8C60D6C0-6904-5A60-9142-D8973408F466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1345189">
            <a:off x="1827673" y="4879863"/>
            <a:ext cx="286799" cy="361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4" name="Google Shape;324;p34">
            <a:extLst>
              <a:ext uri="{FF2B5EF4-FFF2-40B4-BE49-F238E27FC236}">
                <a16:creationId xmlns:a16="http://schemas.microsoft.com/office/drawing/2014/main" id="{DAAEDBF5-870F-E272-1C54-5A890B8E637A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2107696">
            <a:off x="8843424" y="4564838"/>
            <a:ext cx="286799" cy="361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79A4A6B0-C576-0A9B-1F97-C1595BA8B49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81554" y="955622"/>
            <a:ext cx="4976209" cy="38833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16681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35"/>
          <p:cNvSpPr txBox="1">
            <a:spLocks noGrp="1"/>
          </p:cNvSpPr>
          <p:nvPr>
            <p:ph type="title"/>
          </p:nvPr>
        </p:nvSpPr>
        <p:spPr>
          <a:xfrm>
            <a:off x="3426000" y="383775"/>
            <a:ext cx="4998000" cy="61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Rules of the Game</a:t>
            </a:r>
            <a:endParaRPr/>
          </a:p>
        </p:txBody>
      </p:sp>
      <p:sp>
        <p:nvSpPr>
          <p:cNvPr id="330" name="Google Shape;330;p35"/>
          <p:cNvSpPr txBox="1">
            <a:spLocks noGrp="1"/>
          </p:cNvSpPr>
          <p:nvPr>
            <p:ph type="subTitle" idx="3"/>
          </p:nvPr>
        </p:nvSpPr>
        <p:spPr>
          <a:xfrm>
            <a:off x="6018882" y="3166280"/>
            <a:ext cx="2405100" cy="93369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/>
            <a:r>
              <a:rPr lang="en-US"/>
              <a:t>Levels increase in difficulty with more complex mazes and harder-to-find candy corn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rgbClr val="666666"/>
              </a:solidFill>
            </a:endParaRPr>
          </a:p>
        </p:txBody>
      </p:sp>
      <p:sp>
        <p:nvSpPr>
          <p:cNvPr id="331" name="Google Shape;331;p35"/>
          <p:cNvSpPr txBox="1">
            <a:spLocks noGrp="1"/>
          </p:cNvSpPr>
          <p:nvPr>
            <p:ph type="subTitle" idx="1"/>
          </p:nvPr>
        </p:nvSpPr>
        <p:spPr>
          <a:xfrm>
            <a:off x="3203030" y="1643143"/>
            <a:ext cx="2405100" cy="93369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Collect all the pieces of candy corn in each level</a:t>
            </a:r>
            <a:endParaRPr/>
          </a:p>
        </p:txBody>
      </p:sp>
      <p:sp>
        <p:nvSpPr>
          <p:cNvPr id="332" name="Google Shape;332;p35"/>
          <p:cNvSpPr txBox="1">
            <a:spLocks noGrp="1"/>
          </p:cNvSpPr>
          <p:nvPr>
            <p:ph type="subTitle" idx="2"/>
          </p:nvPr>
        </p:nvSpPr>
        <p:spPr>
          <a:xfrm>
            <a:off x="6018902" y="1643143"/>
            <a:ext cx="2405100" cy="93369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Escape each level before time runs out</a:t>
            </a:r>
            <a:endParaRPr/>
          </a:p>
        </p:txBody>
      </p:sp>
      <p:sp>
        <p:nvSpPr>
          <p:cNvPr id="333" name="Google Shape;333;p35"/>
          <p:cNvSpPr txBox="1">
            <a:spLocks noGrp="1"/>
          </p:cNvSpPr>
          <p:nvPr>
            <p:ph type="subTitle" idx="4"/>
          </p:nvPr>
        </p:nvSpPr>
        <p:spPr>
          <a:xfrm>
            <a:off x="3203025" y="3166305"/>
            <a:ext cx="2405100" cy="93369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Players must avoid/overcome obstacles that may slow them down or block their path</a:t>
            </a:r>
            <a:endParaRPr/>
          </a:p>
        </p:txBody>
      </p:sp>
      <p:sp>
        <p:nvSpPr>
          <p:cNvPr id="334" name="Google Shape;334;p35"/>
          <p:cNvSpPr txBox="1">
            <a:spLocks noGrp="1"/>
          </p:cNvSpPr>
          <p:nvPr>
            <p:ph type="title" idx="5"/>
          </p:nvPr>
        </p:nvSpPr>
        <p:spPr>
          <a:xfrm>
            <a:off x="4064002" y="1274228"/>
            <a:ext cx="734700" cy="44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335" name="Google Shape;335;p35"/>
          <p:cNvSpPr txBox="1">
            <a:spLocks noGrp="1"/>
          </p:cNvSpPr>
          <p:nvPr>
            <p:ph type="title" idx="6"/>
          </p:nvPr>
        </p:nvSpPr>
        <p:spPr>
          <a:xfrm>
            <a:off x="6854090" y="2794516"/>
            <a:ext cx="734700" cy="44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04</a:t>
            </a:r>
            <a:endParaRPr/>
          </a:p>
        </p:txBody>
      </p:sp>
      <p:sp>
        <p:nvSpPr>
          <p:cNvPr id="336" name="Google Shape;336;p35"/>
          <p:cNvSpPr txBox="1">
            <a:spLocks noGrp="1"/>
          </p:cNvSpPr>
          <p:nvPr>
            <p:ph type="title" idx="7"/>
          </p:nvPr>
        </p:nvSpPr>
        <p:spPr>
          <a:xfrm>
            <a:off x="6854090" y="1274228"/>
            <a:ext cx="734700" cy="44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337" name="Google Shape;337;p35"/>
          <p:cNvSpPr txBox="1">
            <a:spLocks noGrp="1"/>
          </p:cNvSpPr>
          <p:nvPr>
            <p:ph type="title" idx="8"/>
          </p:nvPr>
        </p:nvSpPr>
        <p:spPr>
          <a:xfrm>
            <a:off x="4064002" y="2794533"/>
            <a:ext cx="734700" cy="44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pic>
        <p:nvPicPr>
          <p:cNvPr id="342" name="Google Shape;342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7243901">
            <a:off x="1983901" y="536588"/>
            <a:ext cx="588026" cy="37843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3" name="Google Shape;343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7301516" flipH="1">
            <a:off x="8254299" y="-85942"/>
            <a:ext cx="627226" cy="40366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4" name="Google Shape;344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7301501">
            <a:off x="8852337" y="2416788"/>
            <a:ext cx="481578" cy="309926"/>
          </a:xfrm>
          <a:prstGeom prst="rect">
            <a:avLst/>
          </a:prstGeom>
          <a:noFill/>
          <a:ln>
            <a:noFill/>
          </a:ln>
        </p:spPr>
      </p:pic>
      <p:pic>
        <p:nvPicPr>
          <p:cNvPr id="345" name="Google Shape;345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7301501" flipH="1">
            <a:off x="533562" y="1465050"/>
            <a:ext cx="481578" cy="3099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p42"/>
          <p:cNvSpPr txBox="1">
            <a:spLocks noGrp="1"/>
          </p:cNvSpPr>
          <p:nvPr>
            <p:ph type="title"/>
          </p:nvPr>
        </p:nvSpPr>
        <p:spPr>
          <a:xfrm>
            <a:off x="720000" y="381395"/>
            <a:ext cx="7704000" cy="67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Controls</a:t>
            </a:r>
            <a:endParaRPr/>
          </a:p>
        </p:txBody>
      </p:sp>
      <p:sp>
        <p:nvSpPr>
          <p:cNvPr id="435" name="Google Shape;435;p42"/>
          <p:cNvSpPr txBox="1">
            <a:spLocks noGrp="1"/>
          </p:cNvSpPr>
          <p:nvPr>
            <p:ph type="subTitle" idx="1"/>
          </p:nvPr>
        </p:nvSpPr>
        <p:spPr>
          <a:xfrm>
            <a:off x="937625" y="1742106"/>
            <a:ext cx="2175300" cy="86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Move the Scarecrow in the respective direction</a:t>
            </a:r>
            <a:endParaRPr/>
          </a:p>
        </p:txBody>
      </p:sp>
      <p:sp>
        <p:nvSpPr>
          <p:cNvPr id="436" name="Google Shape;436;p42"/>
          <p:cNvSpPr txBox="1">
            <a:spLocks noGrp="1"/>
          </p:cNvSpPr>
          <p:nvPr>
            <p:ph type="subTitle" idx="2"/>
          </p:nvPr>
        </p:nvSpPr>
        <p:spPr>
          <a:xfrm>
            <a:off x="3484347" y="2427817"/>
            <a:ext cx="2175300" cy="86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Jump over obstacles</a:t>
            </a:r>
            <a:endParaRPr/>
          </a:p>
        </p:txBody>
      </p:sp>
      <p:sp>
        <p:nvSpPr>
          <p:cNvPr id="437" name="Google Shape;437;p42"/>
          <p:cNvSpPr txBox="1">
            <a:spLocks noGrp="1"/>
          </p:cNvSpPr>
          <p:nvPr>
            <p:ph type="subTitle" idx="3"/>
          </p:nvPr>
        </p:nvSpPr>
        <p:spPr>
          <a:xfrm>
            <a:off x="6031074" y="1742106"/>
            <a:ext cx="2175300" cy="86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Collect pieces of candy corn</a:t>
            </a:r>
            <a:endParaRPr/>
          </a:p>
        </p:txBody>
      </p:sp>
      <p:sp>
        <p:nvSpPr>
          <p:cNvPr id="438" name="Google Shape;438;p42"/>
          <p:cNvSpPr txBox="1">
            <a:spLocks noGrp="1"/>
          </p:cNvSpPr>
          <p:nvPr>
            <p:ph type="subTitle" idx="4"/>
          </p:nvPr>
        </p:nvSpPr>
        <p:spPr>
          <a:xfrm>
            <a:off x="937625" y="1332805"/>
            <a:ext cx="21753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Arrow keys</a:t>
            </a:r>
            <a:endParaRPr/>
          </a:p>
        </p:txBody>
      </p:sp>
      <p:sp>
        <p:nvSpPr>
          <p:cNvPr id="439" name="Google Shape;439;p42"/>
          <p:cNvSpPr txBox="1">
            <a:spLocks noGrp="1"/>
          </p:cNvSpPr>
          <p:nvPr>
            <p:ph type="subTitle" idx="5"/>
          </p:nvPr>
        </p:nvSpPr>
        <p:spPr>
          <a:xfrm>
            <a:off x="3484347" y="1912956"/>
            <a:ext cx="21753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Space bar</a:t>
            </a:r>
            <a:endParaRPr/>
          </a:p>
        </p:txBody>
      </p:sp>
      <p:sp>
        <p:nvSpPr>
          <p:cNvPr id="440" name="Google Shape;440;p42"/>
          <p:cNvSpPr txBox="1">
            <a:spLocks noGrp="1"/>
          </p:cNvSpPr>
          <p:nvPr>
            <p:ph type="subTitle" idx="6"/>
          </p:nvPr>
        </p:nvSpPr>
        <p:spPr>
          <a:xfrm>
            <a:off x="6031074" y="1332805"/>
            <a:ext cx="21753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“C” key</a:t>
            </a:r>
            <a:endParaRPr/>
          </a:p>
        </p:txBody>
      </p:sp>
      <p:pic>
        <p:nvPicPr>
          <p:cNvPr id="441" name="Google Shape;441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94775" y="4341550"/>
            <a:ext cx="519963" cy="527699"/>
          </a:xfrm>
          <a:prstGeom prst="rect">
            <a:avLst/>
          </a:prstGeom>
          <a:noFill/>
          <a:ln>
            <a:noFill/>
          </a:ln>
        </p:spPr>
      </p:pic>
      <p:pic>
        <p:nvPicPr>
          <p:cNvPr id="442" name="Google Shape;442;p4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7301480">
            <a:off x="2253646" y="3792796"/>
            <a:ext cx="515533" cy="331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 descr="A close-up of a keyboard&#10;&#10;AI-generated content may be incorrect.">
            <a:extLst>
              <a:ext uri="{FF2B5EF4-FFF2-40B4-BE49-F238E27FC236}">
                <a16:creationId xmlns:a16="http://schemas.microsoft.com/office/drawing/2014/main" id="{B6D089B7-54E8-4895-F91C-33244F35E1B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43762" y="2427817"/>
            <a:ext cx="1563026" cy="1040698"/>
          </a:xfrm>
          <a:prstGeom prst="rect">
            <a:avLst/>
          </a:prstGeom>
        </p:spPr>
      </p:pic>
      <p:pic>
        <p:nvPicPr>
          <p:cNvPr id="5" name="Picture 4" descr="A close-up of a keyboard&#10;&#10;AI-generated content may be incorrect.">
            <a:extLst>
              <a:ext uri="{FF2B5EF4-FFF2-40B4-BE49-F238E27FC236}">
                <a16:creationId xmlns:a16="http://schemas.microsoft.com/office/drawing/2014/main" id="{40E73676-7B30-7FC1-FDB2-353D5D181663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23407" b="17694"/>
          <a:stretch>
            <a:fillRect/>
          </a:stretch>
        </p:blipFill>
        <p:spPr>
          <a:xfrm>
            <a:off x="3790484" y="2989456"/>
            <a:ext cx="1563026" cy="1040699"/>
          </a:xfrm>
          <a:prstGeom prst="rect">
            <a:avLst/>
          </a:prstGeom>
        </p:spPr>
      </p:pic>
      <p:pic>
        <p:nvPicPr>
          <p:cNvPr id="7" name="Picture 6" descr="A black square with a letter on it&#10;&#10;AI-generated content may be incorrect.">
            <a:extLst>
              <a:ext uri="{FF2B5EF4-FFF2-40B4-BE49-F238E27FC236}">
                <a16:creationId xmlns:a16="http://schemas.microsoft.com/office/drawing/2014/main" id="{906D211B-E891-CA79-0333-5DF2C2CC157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37206" y="2427815"/>
            <a:ext cx="1563027" cy="10407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5" name="Google Shape;785;p59"/>
          <p:cNvSpPr txBox="1">
            <a:spLocks noGrp="1"/>
          </p:cNvSpPr>
          <p:nvPr>
            <p:ph type="subTitle" idx="3"/>
          </p:nvPr>
        </p:nvSpPr>
        <p:spPr>
          <a:xfrm>
            <a:off x="4885859" y="1543379"/>
            <a:ext cx="2505600" cy="394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Isabella</a:t>
            </a:r>
            <a:endParaRPr/>
          </a:p>
        </p:txBody>
      </p:sp>
      <p:sp>
        <p:nvSpPr>
          <p:cNvPr id="786" name="Google Shape;786;p59"/>
          <p:cNvSpPr txBox="1">
            <a:spLocks noGrp="1"/>
          </p:cNvSpPr>
          <p:nvPr>
            <p:ph type="subTitle" idx="4"/>
          </p:nvPr>
        </p:nvSpPr>
        <p:spPr>
          <a:xfrm>
            <a:off x="1752775" y="1543379"/>
            <a:ext cx="2505600" cy="394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Caitlyn</a:t>
            </a:r>
            <a:endParaRPr/>
          </a:p>
        </p:txBody>
      </p:sp>
      <p:sp>
        <p:nvSpPr>
          <p:cNvPr id="789" name="Google Shape;789;p59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Distribution</a:t>
            </a:r>
            <a:endParaRPr/>
          </a:p>
        </p:txBody>
      </p:sp>
      <p:sp>
        <p:nvSpPr>
          <p:cNvPr id="790" name="Google Shape;790;p59"/>
          <p:cNvSpPr txBox="1">
            <a:spLocks noGrp="1"/>
          </p:cNvSpPr>
          <p:nvPr>
            <p:ph type="subTitle" idx="1"/>
          </p:nvPr>
        </p:nvSpPr>
        <p:spPr>
          <a:xfrm>
            <a:off x="4885859" y="1937879"/>
            <a:ext cx="2505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lvl="0" indent="-285750" algn="ctr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en"/>
              <a:t>Artist</a:t>
            </a:r>
          </a:p>
          <a:p>
            <a:pPr marL="285750" lvl="0" indent="-285750" algn="ctr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en"/>
              <a:t>Programmer</a:t>
            </a:r>
            <a:endParaRPr/>
          </a:p>
        </p:txBody>
      </p:sp>
      <p:sp>
        <p:nvSpPr>
          <p:cNvPr id="791" name="Google Shape;791;p59"/>
          <p:cNvSpPr txBox="1">
            <a:spLocks noGrp="1"/>
          </p:cNvSpPr>
          <p:nvPr>
            <p:ph type="subTitle" idx="2"/>
          </p:nvPr>
        </p:nvSpPr>
        <p:spPr>
          <a:xfrm>
            <a:off x="1752775" y="1923798"/>
            <a:ext cx="2505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lvl="0" indent="-285750" algn="ctr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en"/>
              <a:t>Story writer</a:t>
            </a:r>
          </a:p>
          <a:p>
            <a:pPr marL="285750" lvl="0" indent="-285750" algn="ctr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en"/>
              <a:t>Programmer</a:t>
            </a:r>
            <a:endParaRPr/>
          </a:p>
        </p:txBody>
      </p:sp>
      <p:pic>
        <p:nvPicPr>
          <p:cNvPr id="792" name="Google Shape;792;p5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7301516" flipH="1">
            <a:off x="6887174" y="526383"/>
            <a:ext cx="627226" cy="403660"/>
          </a:xfrm>
          <a:prstGeom prst="rect">
            <a:avLst/>
          </a:prstGeom>
          <a:noFill/>
          <a:ln>
            <a:noFill/>
          </a:ln>
        </p:spPr>
      </p:pic>
      <p:pic>
        <p:nvPicPr>
          <p:cNvPr id="793" name="Google Shape;793;p5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7301480">
            <a:off x="1001134" y="628721"/>
            <a:ext cx="515533" cy="331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94" name="Google Shape;794;p5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7301480">
            <a:off x="8689396" y="1881221"/>
            <a:ext cx="515533" cy="331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95" name="Google Shape;795;p5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7301473" flipH="1">
            <a:off x="1488155" y="2951914"/>
            <a:ext cx="458888" cy="295320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7BDF061F-0FF9-6DCA-AB3E-8D7D02D69E0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87204" y="2647003"/>
            <a:ext cx="1836741" cy="193602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168A23E-0C66-B2AD-B810-0350802521C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20288" y="2647003"/>
            <a:ext cx="1836742" cy="1936024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5" name="Google Shape;935;p67"/>
          <p:cNvSpPr txBox="1">
            <a:spLocks noGrp="1"/>
          </p:cNvSpPr>
          <p:nvPr>
            <p:ph type="title"/>
          </p:nvPr>
        </p:nvSpPr>
        <p:spPr>
          <a:xfrm>
            <a:off x="2347950" y="707777"/>
            <a:ext cx="4448100" cy="1225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Thanks!</a:t>
            </a:r>
            <a:endParaRPr/>
          </a:p>
        </p:txBody>
      </p:sp>
      <p:sp>
        <p:nvSpPr>
          <p:cNvPr id="936" name="Google Shape;936;p67"/>
          <p:cNvSpPr txBox="1">
            <a:spLocks noGrp="1"/>
          </p:cNvSpPr>
          <p:nvPr>
            <p:ph type="subTitle" idx="1"/>
          </p:nvPr>
        </p:nvSpPr>
        <p:spPr>
          <a:xfrm>
            <a:off x="2347900" y="1841450"/>
            <a:ext cx="4448100" cy="105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Style Script"/>
                <a:ea typeface="Style Script"/>
                <a:cs typeface="Style Script"/>
                <a:sym typeface="Style Script"/>
              </a:rPr>
              <a:t>Do you have any questions?</a:t>
            </a:r>
            <a:endParaRPr sz="2400">
              <a:latin typeface="Style Script"/>
              <a:ea typeface="Style Script"/>
              <a:cs typeface="Style Script"/>
              <a:sym typeface="Style Script"/>
            </a:endParaRPr>
          </a:p>
        </p:txBody>
      </p:sp>
      <p:sp>
        <p:nvSpPr>
          <p:cNvPr id="948" name="Google Shape;948;p67"/>
          <p:cNvSpPr/>
          <p:nvPr/>
        </p:nvSpPr>
        <p:spPr>
          <a:xfrm>
            <a:off x="5302440" y="3186482"/>
            <a:ext cx="291511" cy="238097"/>
          </a:xfrm>
          <a:custGeom>
            <a:avLst/>
            <a:gdLst/>
            <a:ahLst/>
            <a:cxnLst/>
            <a:rect l="l" t="t" r="r" b="b"/>
            <a:pathLst>
              <a:path w="7144" h="5835" extrusionOk="0">
                <a:moveTo>
                  <a:pt x="4620" y="0"/>
                </a:moveTo>
                <a:cubicBezTo>
                  <a:pt x="3727" y="0"/>
                  <a:pt x="2977" y="691"/>
                  <a:pt x="2905" y="1572"/>
                </a:cubicBezTo>
                <a:cubicBezTo>
                  <a:pt x="2727" y="1548"/>
                  <a:pt x="2358" y="1441"/>
                  <a:pt x="2262" y="1405"/>
                </a:cubicBezTo>
                <a:cubicBezTo>
                  <a:pt x="1643" y="1203"/>
                  <a:pt x="1072" y="810"/>
                  <a:pt x="631" y="322"/>
                </a:cubicBezTo>
                <a:cubicBezTo>
                  <a:pt x="596" y="298"/>
                  <a:pt x="572" y="274"/>
                  <a:pt x="524" y="262"/>
                </a:cubicBezTo>
                <a:cubicBezTo>
                  <a:pt x="517" y="261"/>
                  <a:pt x="509" y="260"/>
                  <a:pt x="501" y="260"/>
                </a:cubicBezTo>
                <a:cubicBezTo>
                  <a:pt x="436" y="260"/>
                  <a:pt x="367" y="304"/>
                  <a:pt x="346" y="357"/>
                </a:cubicBezTo>
                <a:cubicBezTo>
                  <a:pt x="238" y="572"/>
                  <a:pt x="179" y="810"/>
                  <a:pt x="179" y="1048"/>
                </a:cubicBezTo>
                <a:cubicBezTo>
                  <a:pt x="179" y="1393"/>
                  <a:pt x="286" y="1727"/>
                  <a:pt x="476" y="1977"/>
                </a:cubicBezTo>
                <a:cubicBezTo>
                  <a:pt x="466" y="1975"/>
                  <a:pt x="456" y="1974"/>
                  <a:pt x="446" y="1974"/>
                </a:cubicBezTo>
                <a:cubicBezTo>
                  <a:pt x="397" y="1974"/>
                  <a:pt x="349" y="1997"/>
                  <a:pt x="310" y="2036"/>
                </a:cubicBezTo>
                <a:cubicBezTo>
                  <a:pt x="286" y="2060"/>
                  <a:pt x="286" y="2108"/>
                  <a:pt x="274" y="2143"/>
                </a:cubicBezTo>
                <a:lnTo>
                  <a:pt x="274" y="2203"/>
                </a:lnTo>
                <a:cubicBezTo>
                  <a:pt x="274" y="2655"/>
                  <a:pt x="476" y="3072"/>
                  <a:pt x="822" y="3358"/>
                </a:cubicBezTo>
                <a:cubicBezTo>
                  <a:pt x="786" y="3370"/>
                  <a:pt x="774" y="3405"/>
                  <a:pt x="762" y="3417"/>
                </a:cubicBezTo>
                <a:cubicBezTo>
                  <a:pt x="750" y="3465"/>
                  <a:pt x="727" y="3513"/>
                  <a:pt x="750" y="3548"/>
                </a:cubicBezTo>
                <a:cubicBezTo>
                  <a:pt x="893" y="4024"/>
                  <a:pt x="1262" y="4405"/>
                  <a:pt x="1727" y="4548"/>
                </a:cubicBezTo>
                <a:cubicBezTo>
                  <a:pt x="1310" y="4798"/>
                  <a:pt x="834" y="4941"/>
                  <a:pt x="334" y="4941"/>
                </a:cubicBezTo>
                <a:lnTo>
                  <a:pt x="191" y="4941"/>
                </a:lnTo>
                <a:cubicBezTo>
                  <a:pt x="107" y="4941"/>
                  <a:pt x="36" y="5001"/>
                  <a:pt x="12" y="5084"/>
                </a:cubicBezTo>
                <a:cubicBezTo>
                  <a:pt x="0" y="5156"/>
                  <a:pt x="48" y="5239"/>
                  <a:pt x="107" y="5263"/>
                </a:cubicBezTo>
                <a:cubicBezTo>
                  <a:pt x="727" y="5632"/>
                  <a:pt x="1465" y="5834"/>
                  <a:pt x="2191" y="5834"/>
                </a:cubicBezTo>
                <a:cubicBezTo>
                  <a:pt x="3072" y="5834"/>
                  <a:pt x="3905" y="5560"/>
                  <a:pt x="4596" y="5060"/>
                </a:cubicBezTo>
                <a:cubicBezTo>
                  <a:pt x="4691" y="5001"/>
                  <a:pt x="4691" y="4858"/>
                  <a:pt x="4620" y="4786"/>
                </a:cubicBezTo>
                <a:cubicBezTo>
                  <a:pt x="4587" y="4754"/>
                  <a:pt x="4544" y="4735"/>
                  <a:pt x="4499" y="4735"/>
                </a:cubicBezTo>
                <a:cubicBezTo>
                  <a:pt x="4463" y="4735"/>
                  <a:pt x="4426" y="4748"/>
                  <a:pt x="4394" y="4775"/>
                </a:cubicBezTo>
                <a:cubicBezTo>
                  <a:pt x="3763" y="5215"/>
                  <a:pt x="3013" y="5489"/>
                  <a:pt x="2191" y="5489"/>
                </a:cubicBezTo>
                <a:cubicBezTo>
                  <a:pt x="1727" y="5489"/>
                  <a:pt x="1262" y="5394"/>
                  <a:pt x="846" y="5239"/>
                </a:cubicBezTo>
                <a:cubicBezTo>
                  <a:pt x="1369" y="5144"/>
                  <a:pt x="1846" y="4917"/>
                  <a:pt x="2262" y="4584"/>
                </a:cubicBezTo>
                <a:cubicBezTo>
                  <a:pt x="2310" y="4536"/>
                  <a:pt x="2334" y="4477"/>
                  <a:pt x="2322" y="4417"/>
                </a:cubicBezTo>
                <a:cubicBezTo>
                  <a:pt x="2310" y="4346"/>
                  <a:pt x="2239" y="4286"/>
                  <a:pt x="2155" y="4286"/>
                </a:cubicBezTo>
                <a:cubicBezTo>
                  <a:pt x="1739" y="4263"/>
                  <a:pt x="1369" y="4048"/>
                  <a:pt x="1167" y="3691"/>
                </a:cubicBezTo>
                <a:cubicBezTo>
                  <a:pt x="1250" y="3691"/>
                  <a:pt x="1358" y="3667"/>
                  <a:pt x="1441" y="3643"/>
                </a:cubicBezTo>
                <a:cubicBezTo>
                  <a:pt x="1524" y="3632"/>
                  <a:pt x="1584" y="3572"/>
                  <a:pt x="1584" y="3489"/>
                </a:cubicBezTo>
                <a:cubicBezTo>
                  <a:pt x="1596" y="3405"/>
                  <a:pt x="1536" y="3334"/>
                  <a:pt x="1441" y="3298"/>
                </a:cubicBezTo>
                <a:cubicBezTo>
                  <a:pt x="1000" y="3191"/>
                  <a:pt x="667" y="2822"/>
                  <a:pt x="596" y="2381"/>
                </a:cubicBezTo>
                <a:lnTo>
                  <a:pt x="596" y="2381"/>
                </a:lnTo>
                <a:cubicBezTo>
                  <a:pt x="727" y="2405"/>
                  <a:pt x="869" y="2417"/>
                  <a:pt x="1000" y="2417"/>
                </a:cubicBezTo>
                <a:cubicBezTo>
                  <a:pt x="1084" y="2417"/>
                  <a:pt x="1143" y="2358"/>
                  <a:pt x="1167" y="2274"/>
                </a:cubicBezTo>
                <a:cubicBezTo>
                  <a:pt x="1179" y="2203"/>
                  <a:pt x="1131" y="2143"/>
                  <a:pt x="1072" y="2108"/>
                </a:cubicBezTo>
                <a:cubicBezTo>
                  <a:pt x="703" y="1881"/>
                  <a:pt x="476" y="1488"/>
                  <a:pt x="476" y="1048"/>
                </a:cubicBezTo>
                <a:cubicBezTo>
                  <a:pt x="476" y="953"/>
                  <a:pt x="488" y="846"/>
                  <a:pt x="524" y="738"/>
                </a:cubicBezTo>
                <a:cubicBezTo>
                  <a:pt x="965" y="1191"/>
                  <a:pt x="1524" y="1524"/>
                  <a:pt x="2120" y="1727"/>
                </a:cubicBezTo>
                <a:cubicBezTo>
                  <a:pt x="2120" y="1727"/>
                  <a:pt x="2715" y="1905"/>
                  <a:pt x="2929" y="1917"/>
                </a:cubicBezTo>
                <a:lnTo>
                  <a:pt x="3024" y="1917"/>
                </a:lnTo>
                <a:cubicBezTo>
                  <a:pt x="3096" y="1917"/>
                  <a:pt x="3167" y="1869"/>
                  <a:pt x="3191" y="1798"/>
                </a:cubicBezTo>
                <a:cubicBezTo>
                  <a:pt x="3203" y="1786"/>
                  <a:pt x="3203" y="1750"/>
                  <a:pt x="3203" y="1738"/>
                </a:cubicBezTo>
                <a:lnTo>
                  <a:pt x="3203" y="1703"/>
                </a:lnTo>
                <a:cubicBezTo>
                  <a:pt x="3203" y="953"/>
                  <a:pt x="3810" y="334"/>
                  <a:pt x="4572" y="334"/>
                </a:cubicBezTo>
                <a:cubicBezTo>
                  <a:pt x="4941" y="334"/>
                  <a:pt x="5287" y="488"/>
                  <a:pt x="5549" y="750"/>
                </a:cubicBezTo>
                <a:cubicBezTo>
                  <a:pt x="5585" y="787"/>
                  <a:pt x="5621" y="802"/>
                  <a:pt x="5663" y="802"/>
                </a:cubicBezTo>
                <a:cubicBezTo>
                  <a:pt x="5676" y="802"/>
                  <a:pt x="5689" y="801"/>
                  <a:pt x="5703" y="798"/>
                </a:cubicBezTo>
                <a:cubicBezTo>
                  <a:pt x="5882" y="762"/>
                  <a:pt x="6049" y="738"/>
                  <a:pt x="6203" y="679"/>
                </a:cubicBezTo>
                <a:lnTo>
                  <a:pt x="6203" y="679"/>
                </a:lnTo>
                <a:cubicBezTo>
                  <a:pt x="6120" y="762"/>
                  <a:pt x="6013" y="857"/>
                  <a:pt x="5894" y="917"/>
                </a:cubicBezTo>
                <a:cubicBezTo>
                  <a:pt x="5822" y="965"/>
                  <a:pt x="5787" y="1048"/>
                  <a:pt x="5822" y="1143"/>
                </a:cubicBezTo>
                <a:cubicBezTo>
                  <a:pt x="5846" y="1203"/>
                  <a:pt x="5930" y="1250"/>
                  <a:pt x="6001" y="1250"/>
                </a:cubicBezTo>
                <a:cubicBezTo>
                  <a:pt x="6144" y="1227"/>
                  <a:pt x="6287" y="1215"/>
                  <a:pt x="6418" y="1167"/>
                </a:cubicBezTo>
                <a:lnTo>
                  <a:pt x="6418" y="1167"/>
                </a:lnTo>
                <a:cubicBezTo>
                  <a:pt x="6299" y="1286"/>
                  <a:pt x="6168" y="1405"/>
                  <a:pt x="6013" y="1512"/>
                </a:cubicBezTo>
                <a:cubicBezTo>
                  <a:pt x="5965" y="1548"/>
                  <a:pt x="5941" y="1608"/>
                  <a:pt x="5941" y="1655"/>
                </a:cubicBezTo>
                <a:lnTo>
                  <a:pt x="5941" y="1679"/>
                </a:lnTo>
                <a:lnTo>
                  <a:pt x="5941" y="1703"/>
                </a:lnTo>
                <a:lnTo>
                  <a:pt x="5941" y="1727"/>
                </a:lnTo>
                <a:cubicBezTo>
                  <a:pt x="5941" y="2691"/>
                  <a:pt x="5572" y="3572"/>
                  <a:pt x="4977" y="4227"/>
                </a:cubicBezTo>
                <a:cubicBezTo>
                  <a:pt x="4918" y="4298"/>
                  <a:pt x="4918" y="4405"/>
                  <a:pt x="4977" y="4465"/>
                </a:cubicBezTo>
                <a:cubicBezTo>
                  <a:pt x="5011" y="4499"/>
                  <a:pt x="5053" y="4514"/>
                  <a:pt x="5096" y="4514"/>
                </a:cubicBezTo>
                <a:cubicBezTo>
                  <a:pt x="5143" y="4514"/>
                  <a:pt x="5190" y="4496"/>
                  <a:pt x="5227" y="4465"/>
                </a:cubicBezTo>
                <a:cubicBezTo>
                  <a:pt x="5894" y="3715"/>
                  <a:pt x="6263" y="2762"/>
                  <a:pt x="6287" y="1750"/>
                </a:cubicBezTo>
                <a:cubicBezTo>
                  <a:pt x="6596" y="1524"/>
                  <a:pt x="6846" y="1250"/>
                  <a:pt x="7061" y="917"/>
                </a:cubicBezTo>
                <a:cubicBezTo>
                  <a:pt x="7144" y="857"/>
                  <a:pt x="7132" y="750"/>
                  <a:pt x="7061" y="715"/>
                </a:cubicBezTo>
                <a:cubicBezTo>
                  <a:pt x="7029" y="683"/>
                  <a:pt x="6987" y="667"/>
                  <a:pt x="6937" y="667"/>
                </a:cubicBezTo>
                <a:cubicBezTo>
                  <a:pt x="6912" y="667"/>
                  <a:pt x="6886" y="671"/>
                  <a:pt x="6858" y="679"/>
                </a:cubicBezTo>
                <a:cubicBezTo>
                  <a:pt x="6775" y="726"/>
                  <a:pt x="6680" y="750"/>
                  <a:pt x="6596" y="786"/>
                </a:cubicBezTo>
                <a:cubicBezTo>
                  <a:pt x="6680" y="667"/>
                  <a:pt x="6763" y="512"/>
                  <a:pt x="6823" y="369"/>
                </a:cubicBezTo>
                <a:cubicBezTo>
                  <a:pt x="6834" y="310"/>
                  <a:pt x="6834" y="238"/>
                  <a:pt x="6787" y="191"/>
                </a:cubicBezTo>
                <a:cubicBezTo>
                  <a:pt x="6750" y="153"/>
                  <a:pt x="6703" y="135"/>
                  <a:pt x="6659" y="135"/>
                </a:cubicBezTo>
                <a:cubicBezTo>
                  <a:pt x="6632" y="135"/>
                  <a:pt x="6607" y="142"/>
                  <a:pt x="6584" y="155"/>
                </a:cubicBezTo>
                <a:cubicBezTo>
                  <a:pt x="6322" y="310"/>
                  <a:pt x="6061" y="393"/>
                  <a:pt x="5775" y="441"/>
                </a:cubicBezTo>
                <a:cubicBezTo>
                  <a:pt x="5465" y="143"/>
                  <a:pt x="5048" y="0"/>
                  <a:pt x="4620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950" name="Google Shape;950;p6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422625" y="3236327"/>
            <a:ext cx="775371" cy="805265"/>
          </a:xfrm>
          <a:prstGeom prst="rect">
            <a:avLst/>
          </a:prstGeom>
          <a:noFill/>
          <a:ln>
            <a:noFill/>
          </a:ln>
        </p:spPr>
      </p:pic>
      <p:pic>
        <p:nvPicPr>
          <p:cNvPr id="951" name="Google Shape;951;p6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>
            <a:off x="1155040" y="3497327"/>
            <a:ext cx="407810" cy="716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52" name="Google Shape;952;p6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7301516">
            <a:off x="912762" y="337671"/>
            <a:ext cx="627226" cy="403660"/>
          </a:xfrm>
          <a:prstGeom prst="rect">
            <a:avLst/>
          </a:prstGeom>
          <a:noFill/>
          <a:ln>
            <a:noFill/>
          </a:ln>
        </p:spPr>
      </p:pic>
      <p:pic>
        <p:nvPicPr>
          <p:cNvPr id="953" name="Google Shape;953;p6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7301480" flipH="1">
            <a:off x="8173008" y="307234"/>
            <a:ext cx="515533" cy="331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54" name="Google Shape;954;p6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7301480" flipH="1">
            <a:off x="2056508" y="2863684"/>
            <a:ext cx="515533" cy="331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55" name="Google Shape;955;p6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7301473">
            <a:off x="7137494" y="904751"/>
            <a:ext cx="458888" cy="2953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Happy Fall Theme by Slidesgo">
  <a:themeElements>
    <a:clrScheme name="Simple Light">
      <a:dk1>
        <a:srgbClr val="214526"/>
      </a:dk1>
      <a:lt1>
        <a:srgbClr val="FEFAEF"/>
      </a:lt1>
      <a:dk2>
        <a:srgbClr val="FAE3AE"/>
      </a:dk2>
      <a:lt2>
        <a:srgbClr val="D7DB63"/>
      </a:lt2>
      <a:accent1>
        <a:srgbClr val="7C8E4D"/>
      </a:accent1>
      <a:accent2>
        <a:srgbClr val="FE955E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214526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On-screen Show (16:9)</PresentationFormat>
  <Slides>12</Slides>
  <Notes>12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Happy Fall Theme by Slidesgo</vt:lpstr>
      <vt:lpstr>Sweet Harvest Run</vt:lpstr>
      <vt:lpstr>Background &amp; Motivation</vt:lpstr>
      <vt:lpstr>Target Users</vt:lpstr>
      <vt:lpstr>Context/Game World</vt:lpstr>
      <vt:lpstr>Characters &amp; Plot</vt:lpstr>
      <vt:lpstr>Rough Sketch</vt:lpstr>
      <vt:lpstr>Rough Sketch</vt:lpstr>
      <vt:lpstr>Rough Sketch</vt:lpstr>
      <vt:lpstr>Rules of the Game</vt:lpstr>
      <vt:lpstr>Controls</vt:lpstr>
      <vt:lpstr>Distribution</vt:lpstr>
      <vt:lpstr>Thanks!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revision>1</cp:revision>
  <dcterms:modified xsi:type="dcterms:W3CDTF">2025-10-15T15:06:59Z</dcterms:modified>
</cp:coreProperties>
</file>